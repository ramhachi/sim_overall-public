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3" r:id="rId8"/>
    <p:sldId id="264" r:id="rId9"/>
    <p:sldId id="267" r:id="rId10"/>
    <p:sldId id="265" r:id="rId11"/>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04"/>
  </p:normalViewPr>
  <p:slideViewPr>
    <p:cSldViewPr snapToGrid="0">
      <p:cViewPr>
        <p:scale>
          <a:sx n="156" d="100"/>
          <a:sy n="156" d="100"/>
        </p:scale>
        <p:origin x="384"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ECDCA-9CD3-2CAF-2E8F-5701A5707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C7651-AC0E-780E-E82C-9FC7FC595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FBF47-37AA-1A15-745E-C0EEA230BE7E}"/>
              </a:ext>
            </a:extLst>
          </p:cNvPr>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a:extLst>
              <a:ext uri="{FF2B5EF4-FFF2-40B4-BE49-F238E27FC236}">
                <a16:creationId xmlns:a16="http://schemas.microsoft.com/office/drawing/2014/main" id="{839CDFF0-4701-8F24-BF52-8154B51F2F9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92587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CUSTOM_5">
    <p:bg>
      <p:bgPr>
        <a:solidFill>
          <a:schemeClr val="dk1"/>
        </a:solidFill>
        <a:effectLst/>
      </p:bgPr>
    </p:bg>
    <p:spTree>
      <p:nvGrpSpPr>
        <p:cNvPr id="1" name=""/>
        <p:cNvGrpSpPr/>
        <p:nvPr/>
      </p:nvGrpSpPr>
      <p:grpSpPr>
        <a:xfrm>
          <a:off x="0" y="0"/>
          <a:ext cx="0" cy="0"/>
          <a:chOff x="0" y="0"/>
          <a:chExt cx="0" cy="0"/>
        </a:xfrm>
      </p:grpSpPr>
      <p:sp>
        <p:nvSpPr>
          <p:cNvPr id="87" name="Google Shape;87;p21">
            <a:extLst>
              <a:ext uri="{FF2B5EF4-FFF2-40B4-BE49-F238E27FC236}">
                <a16:creationId xmlns:a16="http://schemas.microsoft.com/office/drawing/2014/main" id="{8150020E-0388-4BD3-8099-24315EBFDF6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88" name="Google Shape;88;p21">
            <a:extLst>
              <a:ext uri="{FF2B5EF4-FFF2-40B4-BE49-F238E27FC236}">
                <a16:creationId xmlns:a16="http://schemas.microsoft.com/office/drawing/2014/main" id="{6924CBA8-AF7B-464B-A704-EEC9977918F6}"/>
              </a:ext>
            </a:extLst>
          </p:cNvPr>
          <p:cNvSpPr>
            <a:spLocks noGrp="1"/>
          </p:cNvSpPr>
          <p:nvPr>
            <p:ph type="title"/>
          </p:nvPr>
        </p:nvSpPr>
        <p:spPr>
          <a:xfrm>
            <a:off x="4857075" y="442450"/>
            <a:ext cx="3873300" cy="1440900"/>
          </a:xfrm>
          <a:prstGeom prst="rect">
            <a:avLst/>
          </a:prstGeom>
        </p:spPr>
        <p:txBody>
          <a:bodyPr spcFirstLastPara="1" wrap="square" lIns="91425" tIns="91425" rIns="91425" bIns="91425" anchor="ctr">
            <a:noAutofit/>
          </a:bodyPr>
          <a:lstStyle>
            <a:lvl1pPr>
              <a:lnSpc>
                <a:spcPct val="100000"/>
              </a:lnSpc>
              <a:spcBef>
                <a:spcPts val="0"/>
              </a:spcBef>
              <a:spcAft>
                <a:spcPts val="0"/>
              </a:spcAft>
              <a:buNone/>
              <a:defRPr>
                <a:solidFill>
                  <a:schemeClr val="lt1"/>
                </a:solidFill>
              </a:defRPr>
            </a:lvl1pPr>
            <a:lvl2pPr>
              <a:lnSpc>
                <a:spcPct val="100000"/>
              </a:lnSpc>
              <a:spcBef>
                <a:spcPts val="0"/>
              </a:spcBef>
              <a:spcAft>
                <a:spcPts val="0"/>
              </a:spcAft>
              <a:buNone/>
              <a:defRPr>
                <a:solidFill>
                  <a:schemeClr val="lt1"/>
                </a:solidFill>
              </a:defRPr>
            </a:lvl2pPr>
            <a:lvl3pPr>
              <a:lnSpc>
                <a:spcPct val="100000"/>
              </a:lnSpc>
              <a:spcBef>
                <a:spcPts val="0"/>
              </a:spcBef>
              <a:spcAft>
                <a:spcPts val="0"/>
              </a:spcAft>
              <a:buNone/>
              <a:defRPr>
                <a:solidFill>
                  <a:schemeClr val="lt1"/>
                </a:solidFill>
              </a:defRPr>
            </a:lvl3pPr>
            <a:lvl4pPr>
              <a:lnSpc>
                <a:spcPct val="100000"/>
              </a:lnSpc>
              <a:spcBef>
                <a:spcPts val="0"/>
              </a:spcBef>
              <a:spcAft>
                <a:spcPts val="0"/>
              </a:spcAft>
              <a:buNone/>
              <a:defRPr>
                <a:solidFill>
                  <a:schemeClr val="lt1"/>
                </a:solidFill>
              </a:defRPr>
            </a:lvl4pPr>
            <a:lvl5pPr>
              <a:lnSpc>
                <a:spcPct val="100000"/>
              </a:lnSpc>
              <a:spcBef>
                <a:spcPts val="0"/>
              </a:spcBef>
              <a:spcAft>
                <a:spcPts val="0"/>
              </a:spcAft>
              <a:buNone/>
              <a:defRPr>
                <a:solidFill>
                  <a:schemeClr val="lt1"/>
                </a:solidFill>
              </a:defRPr>
            </a:lvl5pPr>
            <a:lvl6pPr>
              <a:lnSpc>
                <a:spcPct val="100000"/>
              </a:lnSpc>
              <a:spcBef>
                <a:spcPts val="0"/>
              </a:spcBef>
              <a:spcAft>
                <a:spcPts val="0"/>
              </a:spcAft>
              <a:buNone/>
              <a:defRPr>
                <a:solidFill>
                  <a:schemeClr val="lt1"/>
                </a:solidFill>
              </a:defRPr>
            </a:lvl6pPr>
            <a:lvl7pPr>
              <a:lnSpc>
                <a:spcPct val="100000"/>
              </a:lnSpc>
              <a:spcBef>
                <a:spcPts val="0"/>
              </a:spcBef>
              <a:spcAft>
                <a:spcPts val="0"/>
              </a:spcAft>
              <a:buNone/>
              <a:defRPr>
                <a:solidFill>
                  <a:schemeClr val="lt1"/>
                </a:solidFill>
              </a:defRPr>
            </a:lvl7pPr>
            <a:lvl8pPr>
              <a:lnSpc>
                <a:spcPct val="100000"/>
              </a:lnSpc>
              <a:spcBef>
                <a:spcPts val="0"/>
              </a:spcBef>
              <a:spcAft>
                <a:spcPts val="0"/>
              </a:spcAft>
              <a:buNone/>
              <a:defRPr>
                <a:solidFill>
                  <a:schemeClr val="lt1"/>
                </a:solidFill>
              </a:defRPr>
            </a:lvl8pPr>
            <a:lvl9pPr>
              <a:lnSpc>
                <a:spcPct val="100000"/>
              </a:lnSpc>
              <a:spcBef>
                <a:spcPts val="0"/>
              </a:spcBef>
              <a:spcAft>
                <a:spcPts val="0"/>
              </a:spcAft>
              <a:buNone/>
              <a:defRPr>
                <a:solidFill>
                  <a:schemeClr val="lt1"/>
                </a:solidFill>
              </a:defRPr>
            </a:lvl9pPr>
          </a:lstStyle>
          <a:p>
            <a:endParaRPr/>
          </a:p>
        </p:txBody>
      </p:sp>
      <p:sp>
        <p:nvSpPr>
          <p:cNvPr id="89" name="Google Shape;89;p21">
            <a:extLst>
              <a:ext uri="{FF2B5EF4-FFF2-40B4-BE49-F238E27FC236}">
                <a16:creationId xmlns:a16="http://schemas.microsoft.com/office/drawing/2014/main" id="{D70CD773-A54F-4A92-A35F-33A1105553AA}"/>
              </a:ext>
            </a:extLst>
          </p:cNvPr>
          <p:cNvSpPr>
            <a:spLocks noGrp="1"/>
          </p:cNvSpPr>
          <p:nvPr>
            <p:ph type="body" idx="1"/>
          </p:nvPr>
        </p:nvSpPr>
        <p:spPr>
          <a:xfrm>
            <a:off x="4857075" y="1996700"/>
            <a:ext cx="3873300" cy="28362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solidFill>
                  <a:schemeClr val="dk2"/>
                </a:solidFill>
              </a:defRPr>
            </a:lvl1pPr>
            <a:lvl2pPr marL="914400" indent="-336550">
              <a:spcBef>
                <a:spcPts val="1600"/>
              </a:spcBef>
              <a:spcAft>
                <a:spcPts val="0"/>
              </a:spcAft>
              <a:buChar char="○"/>
              <a:defRPr sz="1700">
                <a:solidFill>
                  <a:schemeClr val="dk2"/>
                </a:solidFill>
              </a:defRPr>
            </a:lvl2pPr>
            <a:lvl3pPr marL="1371600" indent="-336550">
              <a:spcBef>
                <a:spcPts val="1600"/>
              </a:spcBef>
              <a:spcAft>
                <a:spcPts val="0"/>
              </a:spcAft>
              <a:buChar char="■"/>
              <a:defRPr sz="1700">
                <a:solidFill>
                  <a:schemeClr val="dk2"/>
                </a:solidFill>
              </a:defRPr>
            </a:lvl3pPr>
            <a:lvl4pPr marL="1828800" indent="-336550">
              <a:spcBef>
                <a:spcPts val="1600"/>
              </a:spcBef>
              <a:spcAft>
                <a:spcPts val="0"/>
              </a:spcAft>
              <a:buChar char="●"/>
              <a:defRPr sz="1700">
                <a:solidFill>
                  <a:schemeClr val="dk2"/>
                </a:solidFill>
              </a:defRPr>
            </a:lvl4pPr>
            <a:lvl5pPr marL="2286000" indent="-336550">
              <a:spcBef>
                <a:spcPts val="1600"/>
              </a:spcBef>
              <a:spcAft>
                <a:spcPts val="0"/>
              </a:spcAft>
              <a:buChar char="○"/>
              <a:defRPr sz="1700">
                <a:solidFill>
                  <a:schemeClr val="dk2"/>
                </a:solidFill>
              </a:defRPr>
            </a:lvl5pPr>
            <a:lvl6pPr marL="2743200" indent="-336550">
              <a:spcBef>
                <a:spcPts val="1600"/>
              </a:spcBef>
              <a:spcAft>
                <a:spcPts val="0"/>
              </a:spcAft>
              <a:buChar char="■"/>
              <a:defRPr sz="1700">
                <a:solidFill>
                  <a:schemeClr val="dk2"/>
                </a:solidFill>
              </a:defRPr>
            </a:lvl6pPr>
            <a:lvl7pPr marL="3200400" indent="-336550">
              <a:spcBef>
                <a:spcPts val="1600"/>
              </a:spcBef>
              <a:spcAft>
                <a:spcPts val="0"/>
              </a:spcAft>
              <a:buChar char="●"/>
              <a:defRPr sz="1700">
                <a:solidFill>
                  <a:schemeClr val="dk2"/>
                </a:solidFill>
              </a:defRPr>
            </a:lvl7pPr>
            <a:lvl8pPr marL="3657600" indent="-336550">
              <a:spcBef>
                <a:spcPts val="1600"/>
              </a:spcBef>
              <a:spcAft>
                <a:spcPts val="0"/>
              </a:spcAft>
              <a:buChar char="○"/>
              <a:defRPr sz="1700">
                <a:solidFill>
                  <a:schemeClr val="dk2"/>
                </a:solidFill>
              </a:defRPr>
            </a:lvl8pPr>
            <a:lvl9pPr marL="4114800" indent="-336550">
              <a:spcBef>
                <a:spcPts val="1600"/>
              </a:spcBef>
              <a:spcAft>
                <a:spcPts val="1600"/>
              </a:spcAft>
              <a:buChar char="■"/>
              <a:defRPr sz="17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_TITLE_AND_DESCRIPTION_1">
    <p:bg>
      <p:bgPr>
        <a:solidFill>
          <a:schemeClr val="dk1"/>
        </a:solidFill>
        <a:effectLst/>
      </p:bgPr>
    </p:bg>
    <p:spTree>
      <p:nvGrpSpPr>
        <p:cNvPr id="1" name=""/>
        <p:cNvGrpSpPr/>
        <p:nvPr/>
      </p:nvGrpSpPr>
      <p:grpSpPr>
        <a:xfrm>
          <a:off x="0" y="0"/>
          <a:ext cx="0" cy="0"/>
          <a:chOff x="0" y="0"/>
          <a:chExt cx="0" cy="0"/>
        </a:xfrm>
      </p:grpSpPr>
      <p:sp>
        <p:nvSpPr>
          <p:cNvPr id="95" name="Google Shape;95;p23">
            <a:extLst>
              <a:ext uri="{FF2B5EF4-FFF2-40B4-BE49-F238E27FC236}">
                <a16:creationId xmlns:a16="http://schemas.microsoft.com/office/drawing/2014/main" id="{0FFEB159-2834-4E8B-8EE1-ED5A803CCC59}"/>
              </a:ext>
            </a:extLst>
          </p:cNvPr>
          <p:cNvSpPr>
            <a:spLocks noGrp="1"/>
          </p:cNvSpPr>
          <p:nvPr>
            <p:ph type="title"/>
          </p:nvPr>
        </p:nvSpPr>
        <p:spPr>
          <a:xfrm>
            <a:off x="336900" y="1049500"/>
            <a:ext cx="3902400" cy="3204300"/>
          </a:xfrm>
          <a:prstGeom prst="rect">
            <a:avLst/>
          </a:prstGeom>
        </p:spPr>
        <p:txBody>
          <a:bodyPr spcFirstLastPara="1" wrap="square" lIns="91425" tIns="91425" rIns="91425" bIns="91425" anchor="ctr">
            <a:noAutofit/>
          </a:bodyPr>
          <a:lstStyle>
            <a:lvl1pPr>
              <a:spcBef>
                <a:spcPts val="0"/>
              </a:spcBef>
              <a:spcAft>
                <a:spcPts val="0"/>
              </a:spcAft>
              <a:buNone/>
              <a:defRPr>
                <a:solidFill>
                  <a:schemeClr val="lt1"/>
                </a:solidFill>
              </a:defRPr>
            </a:lvl1pPr>
            <a:lvl2pPr>
              <a:spcBef>
                <a:spcPts val="0"/>
              </a:spcBef>
              <a:spcAft>
                <a:spcPts val="0"/>
              </a:spcAft>
              <a:buNone/>
              <a:defRPr sz="4200">
                <a:solidFill>
                  <a:schemeClr val="lt1"/>
                </a:solidFill>
              </a:defRPr>
            </a:lvl2pPr>
            <a:lvl3pPr>
              <a:spcBef>
                <a:spcPts val="0"/>
              </a:spcBef>
              <a:spcAft>
                <a:spcPts val="0"/>
              </a:spcAft>
              <a:buNone/>
              <a:defRPr sz="4200">
                <a:solidFill>
                  <a:schemeClr val="lt1"/>
                </a:solidFill>
              </a:defRPr>
            </a:lvl3pPr>
            <a:lvl4pPr>
              <a:spcBef>
                <a:spcPts val="0"/>
              </a:spcBef>
              <a:spcAft>
                <a:spcPts val="0"/>
              </a:spcAft>
              <a:buNone/>
              <a:defRPr sz="4200">
                <a:solidFill>
                  <a:schemeClr val="lt1"/>
                </a:solidFill>
              </a:defRPr>
            </a:lvl4pPr>
            <a:lvl5pPr>
              <a:spcBef>
                <a:spcPts val="0"/>
              </a:spcBef>
              <a:spcAft>
                <a:spcPts val="0"/>
              </a:spcAft>
              <a:buNone/>
              <a:defRPr sz="4200">
                <a:solidFill>
                  <a:schemeClr val="lt1"/>
                </a:solidFill>
              </a:defRPr>
            </a:lvl5pPr>
            <a:lvl6pPr>
              <a:spcBef>
                <a:spcPts val="0"/>
              </a:spcBef>
              <a:spcAft>
                <a:spcPts val="0"/>
              </a:spcAft>
              <a:buNone/>
              <a:defRPr sz="4200">
                <a:solidFill>
                  <a:schemeClr val="lt1"/>
                </a:solidFill>
              </a:defRPr>
            </a:lvl6pPr>
            <a:lvl7pPr>
              <a:spcBef>
                <a:spcPts val="0"/>
              </a:spcBef>
              <a:spcAft>
                <a:spcPts val="0"/>
              </a:spcAft>
              <a:buNone/>
              <a:defRPr sz="4200">
                <a:solidFill>
                  <a:schemeClr val="lt1"/>
                </a:solidFill>
              </a:defRPr>
            </a:lvl7pPr>
            <a:lvl8pPr>
              <a:spcBef>
                <a:spcPts val="0"/>
              </a:spcBef>
              <a:spcAft>
                <a:spcPts val="0"/>
              </a:spcAft>
              <a:buNone/>
              <a:defRPr sz="4200">
                <a:solidFill>
                  <a:schemeClr val="lt1"/>
                </a:solidFill>
              </a:defRPr>
            </a:lvl8pPr>
            <a:lvl9pPr>
              <a:spcBef>
                <a:spcPts val="0"/>
              </a:spcBef>
              <a:spcAft>
                <a:spcPts val="0"/>
              </a:spcAft>
              <a:buNone/>
              <a:defRPr sz="4200">
                <a:solidFill>
                  <a:schemeClr val="lt1"/>
                </a:solidFill>
              </a:defRPr>
            </a:lvl9pPr>
          </a:lstStyle>
          <a:p>
            <a:endParaRPr/>
          </a:p>
        </p:txBody>
      </p:sp>
      <p:sp>
        <p:nvSpPr>
          <p:cNvPr id="96" name="Google Shape;96;p23">
            <a:extLst>
              <a:ext uri="{FF2B5EF4-FFF2-40B4-BE49-F238E27FC236}">
                <a16:creationId xmlns:a16="http://schemas.microsoft.com/office/drawing/2014/main" id="{B06C4F9A-6A56-42BB-8760-4A79BEF9048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97" name="Google Shape;97;p23">
            <a:extLst>
              <a:ext uri="{FF2B5EF4-FFF2-40B4-BE49-F238E27FC236}">
                <a16:creationId xmlns:a16="http://schemas.microsoft.com/office/drawing/2014/main" id="{5B2B059A-091C-4598-8661-7179B545CD32}"/>
              </a:ext>
            </a:extLst>
          </p:cNvPr>
          <p:cNvSpPr>
            <a:spLocks noGrp="1"/>
          </p:cNvSpPr>
          <p:nvPr>
            <p:ph type="subTitle" idx="1"/>
          </p:nvPr>
        </p:nvSpPr>
        <p:spPr>
          <a:xfrm>
            <a:off x="336900" y="419750"/>
            <a:ext cx="3902400" cy="393600"/>
          </a:xfrm>
          <a:prstGeom prst="rect">
            <a:avLst/>
          </a:prstGeom>
        </p:spPr>
        <p:txBody>
          <a:bodyPr spcFirstLastPara="1" wrap="square" lIns="91425" tIns="91425" rIns="91425" bIns="91425" anchor="t">
            <a:noAutofit/>
          </a:bodyPr>
          <a:lstStyle>
            <a:lvl1pPr>
              <a:lnSpc>
                <a:spcPct val="115000"/>
              </a:lnSpc>
              <a:spcBef>
                <a:spcPts val="0"/>
              </a:spcBef>
              <a:spcAft>
                <a:spcPts val="0"/>
              </a:spcAft>
              <a:buNone/>
              <a:defRPr sz="1400">
                <a:solidFill>
                  <a:schemeClr val="accent4"/>
                </a:solidFill>
              </a:defRPr>
            </a:lvl1pPr>
            <a:lvl2pPr>
              <a:lnSpc>
                <a:spcPct val="115000"/>
              </a:lnSpc>
              <a:spcBef>
                <a:spcPts val="1600"/>
              </a:spcBef>
              <a:spcAft>
                <a:spcPts val="0"/>
              </a:spcAft>
              <a:buNone/>
              <a:defRPr sz="1400"/>
            </a:lvl2pPr>
            <a:lvl3pPr>
              <a:lnSpc>
                <a:spcPct val="115000"/>
              </a:lnSpc>
              <a:spcBef>
                <a:spcPts val="1600"/>
              </a:spcBef>
              <a:spcAft>
                <a:spcPts val="0"/>
              </a:spcAft>
              <a:buNone/>
              <a:defRPr sz="1400"/>
            </a:lvl3pPr>
            <a:lvl4pPr>
              <a:lnSpc>
                <a:spcPct val="115000"/>
              </a:lnSpc>
              <a:spcBef>
                <a:spcPts val="1600"/>
              </a:spcBef>
              <a:spcAft>
                <a:spcPts val="0"/>
              </a:spcAft>
              <a:buNone/>
              <a:defRPr sz="1400"/>
            </a:lvl4pPr>
            <a:lvl5pPr>
              <a:lnSpc>
                <a:spcPct val="115000"/>
              </a:lnSpc>
              <a:spcBef>
                <a:spcPts val="1600"/>
              </a:spcBef>
              <a:spcAft>
                <a:spcPts val="0"/>
              </a:spcAft>
              <a:buNone/>
              <a:defRPr sz="1400"/>
            </a:lvl5pPr>
            <a:lvl6pPr>
              <a:lnSpc>
                <a:spcPct val="115000"/>
              </a:lnSpc>
              <a:spcBef>
                <a:spcPts val="1600"/>
              </a:spcBef>
              <a:spcAft>
                <a:spcPts val="0"/>
              </a:spcAft>
              <a:buNone/>
              <a:defRPr sz="1400"/>
            </a:lvl6pPr>
            <a:lvl7pPr>
              <a:lnSpc>
                <a:spcPct val="115000"/>
              </a:lnSpc>
              <a:spcBef>
                <a:spcPts val="1600"/>
              </a:spcBef>
              <a:spcAft>
                <a:spcPts val="0"/>
              </a:spcAft>
              <a:buNone/>
              <a:defRPr sz="1400"/>
            </a:lvl7pPr>
            <a:lvl8pPr>
              <a:lnSpc>
                <a:spcPct val="115000"/>
              </a:lnSpc>
              <a:spcBef>
                <a:spcPts val="1600"/>
              </a:spcBef>
              <a:spcAft>
                <a:spcPts val="0"/>
              </a:spcAft>
              <a:buNone/>
              <a:defRPr sz="1400"/>
            </a:lvl8pPr>
            <a:lvl9pPr>
              <a:lnSpc>
                <a:spcPct val="115000"/>
              </a:lnSpc>
              <a:spcBef>
                <a:spcPts val="1600"/>
              </a:spcBef>
              <a:spcAft>
                <a:spcPts val="1600"/>
              </a:spcAft>
              <a:buNone/>
              <a:defRPr sz="1400"/>
            </a:lvl9pPr>
          </a:lstStyle>
          <a:p>
            <a:endParaRPr/>
          </a:p>
        </p:txBody>
      </p:sp>
      <p:sp>
        <p:nvSpPr>
          <p:cNvPr id="98" name="Google Shape;98;p23">
            <a:extLst>
              <a:ext uri="{FF2B5EF4-FFF2-40B4-BE49-F238E27FC236}">
                <a16:creationId xmlns:a16="http://schemas.microsoft.com/office/drawing/2014/main" id="{9BA71C78-0E20-478C-BC9A-ACA44BF7D6B8}"/>
              </a:ext>
            </a:extLst>
          </p:cNvPr>
          <p:cNvSpPr>
            <a:spLocks noGrp="1"/>
          </p:cNvSpPr>
          <p:nvPr>
            <p:ph type="body" idx="2"/>
          </p:nvPr>
        </p:nvSpPr>
        <p:spPr>
          <a:xfrm>
            <a:off x="4906800" y="419750"/>
            <a:ext cx="3902400" cy="40377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solidFill>
                  <a:schemeClr val="dk2"/>
                </a:solidFill>
              </a:defRPr>
            </a:lvl1pPr>
            <a:lvl2pPr marL="914400" indent="-336550">
              <a:spcBef>
                <a:spcPts val="1600"/>
              </a:spcBef>
              <a:spcAft>
                <a:spcPts val="0"/>
              </a:spcAft>
              <a:buChar char="○"/>
              <a:defRPr sz="1700">
                <a:solidFill>
                  <a:schemeClr val="dk2"/>
                </a:solidFill>
              </a:defRPr>
            </a:lvl2pPr>
            <a:lvl3pPr marL="1371600" indent="-336550">
              <a:spcBef>
                <a:spcPts val="1600"/>
              </a:spcBef>
              <a:spcAft>
                <a:spcPts val="0"/>
              </a:spcAft>
              <a:buChar char="■"/>
              <a:defRPr sz="1700">
                <a:solidFill>
                  <a:schemeClr val="dk2"/>
                </a:solidFill>
              </a:defRPr>
            </a:lvl3pPr>
            <a:lvl4pPr marL="1828800" indent="-336550">
              <a:spcBef>
                <a:spcPts val="1600"/>
              </a:spcBef>
              <a:spcAft>
                <a:spcPts val="0"/>
              </a:spcAft>
              <a:buChar char="●"/>
              <a:defRPr sz="1700">
                <a:solidFill>
                  <a:schemeClr val="dk2"/>
                </a:solidFill>
              </a:defRPr>
            </a:lvl4pPr>
            <a:lvl5pPr marL="2286000" indent="-336550">
              <a:spcBef>
                <a:spcPts val="1600"/>
              </a:spcBef>
              <a:spcAft>
                <a:spcPts val="0"/>
              </a:spcAft>
              <a:buChar char="○"/>
              <a:defRPr sz="1700">
                <a:solidFill>
                  <a:schemeClr val="dk2"/>
                </a:solidFill>
              </a:defRPr>
            </a:lvl5pPr>
            <a:lvl6pPr marL="2743200" indent="-336550">
              <a:spcBef>
                <a:spcPts val="1600"/>
              </a:spcBef>
              <a:spcAft>
                <a:spcPts val="0"/>
              </a:spcAft>
              <a:buChar char="■"/>
              <a:defRPr sz="1700">
                <a:solidFill>
                  <a:schemeClr val="dk2"/>
                </a:solidFill>
              </a:defRPr>
            </a:lvl6pPr>
            <a:lvl7pPr marL="3200400" indent="-336550">
              <a:spcBef>
                <a:spcPts val="1600"/>
              </a:spcBef>
              <a:spcAft>
                <a:spcPts val="0"/>
              </a:spcAft>
              <a:buChar char="●"/>
              <a:defRPr sz="1700">
                <a:solidFill>
                  <a:schemeClr val="dk2"/>
                </a:solidFill>
              </a:defRPr>
            </a:lvl7pPr>
            <a:lvl8pPr marL="3657600" indent="-336550">
              <a:spcBef>
                <a:spcPts val="1600"/>
              </a:spcBef>
              <a:spcAft>
                <a:spcPts val="0"/>
              </a:spcAft>
              <a:buChar char="○"/>
              <a:defRPr sz="1700">
                <a:solidFill>
                  <a:schemeClr val="dk2"/>
                </a:solidFill>
              </a:defRPr>
            </a:lvl8pPr>
            <a:lvl9pPr marL="4114800" indent="-336550">
              <a:spcBef>
                <a:spcPts val="1600"/>
              </a:spcBef>
              <a:spcAft>
                <a:spcPts val="1600"/>
              </a:spcAft>
              <a:buChar char="■"/>
              <a:defRPr sz="1700">
                <a:solidFill>
                  <a:schemeClr val="dk2"/>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USTOM_6">
    <p:bg>
      <p:bgPr>
        <a:solidFill>
          <a:schemeClr val="dk1"/>
        </a:solidFill>
        <a:effectLst/>
      </p:bgPr>
    </p:bg>
    <p:spTree>
      <p:nvGrpSpPr>
        <p:cNvPr id="1" name=""/>
        <p:cNvGrpSpPr/>
        <p:nvPr/>
      </p:nvGrpSpPr>
      <p:grpSpPr>
        <a:xfrm>
          <a:off x="0" y="0"/>
          <a:ext cx="0" cy="0"/>
          <a:chOff x="0" y="0"/>
          <a:chExt cx="0" cy="0"/>
        </a:xfrm>
      </p:grpSpPr>
      <p:sp>
        <p:nvSpPr>
          <p:cNvPr id="91" name="Google Shape;91;p22">
            <a:extLst>
              <a:ext uri="{FF2B5EF4-FFF2-40B4-BE49-F238E27FC236}">
                <a16:creationId xmlns:a16="http://schemas.microsoft.com/office/drawing/2014/main" id="{A030C66A-6803-498C-993B-EEF8A0F28C4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92" name="Google Shape;92;p22">
            <a:extLst>
              <a:ext uri="{FF2B5EF4-FFF2-40B4-BE49-F238E27FC236}">
                <a16:creationId xmlns:a16="http://schemas.microsoft.com/office/drawing/2014/main" id="{2BBB3AE2-671D-4587-BB44-DEA4B5B6B0A2}"/>
              </a:ext>
            </a:extLst>
          </p:cNvPr>
          <p:cNvSpPr>
            <a:spLocks noGrp="1"/>
          </p:cNvSpPr>
          <p:nvPr>
            <p:ph type="title"/>
          </p:nvPr>
        </p:nvSpPr>
        <p:spPr>
          <a:xfrm>
            <a:off x="609196" y="907600"/>
            <a:ext cx="7062300" cy="3755700"/>
          </a:xfrm>
          <a:prstGeom prst="rect">
            <a:avLst/>
          </a:prstGeom>
        </p:spPr>
        <p:txBody>
          <a:bodyPr spcFirstLastPara="1" wrap="square" lIns="91425" tIns="91425" rIns="91425" bIns="91425" anchor="ctr">
            <a:noAutofit/>
          </a:bodyPr>
          <a:lstStyle>
            <a:lvl1pPr>
              <a:spcBef>
                <a:spcPts val="0"/>
              </a:spcBef>
              <a:spcAft>
                <a:spcPts val="0"/>
              </a:spcAft>
              <a:buNone/>
              <a:defRPr sz="4800">
                <a:solidFill>
                  <a:schemeClr val="lt1"/>
                </a:solidFill>
              </a:defRPr>
            </a:lvl1pPr>
            <a:lvl2pPr>
              <a:spcBef>
                <a:spcPts val="0"/>
              </a:spcBef>
              <a:spcAft>
                <a:spcPts val="0"/>
              </a:spcAft>
              <a:buNone/>
              <a:defRPr sz="4800"/>
            </a:lvl2pPr>
            <a:lvl3pPr>
              <a:spcBef>
                <a:spcPts val="0"/>
              </a:spcBef>
              <a:spcAft>
                <a:spcPts val="0"/>
              </a:spcAft>
              <a:buNone/>
              <a:defRPr sz="4800"/>
            </a:lvl3pPr>
            <a:lvl4pPr>
              <a:spcBef>
                <a:spcPts val="0"/>
              </a:spcBef>
              <a:spcAft>
                <a:spcPts val="0"/>
              </a:spcAft>
              <a:buNone/>
              <a:defRPr sz="4800"/>
            </a:lvl4pPr>
            <a:lvl5pPr>
              <a:spcBef>
                <a:spcPts val="0"/>
              </a:spcBef>
              <a:spcAft>
                <a:spcPts val="0"/>
              </a:spcAft>
              <a:buNone/>
              <a:defRPr sz="4800"/>
            </a:lvl5pPr>
            <a:lvl6pPr>
              <a:spcBef>
                <a:spcPts val="0"/>
              </a:spcBef>
              <a:spcAft>
                <a:spcPts val="0"/>
              </a:spcAft>
              <a:buNone/>
              <a:defRPr sz="4800"/>
            </a:lvl6pPr>
            <a:lvl7pPr>
              <a:spcBef>
                <a:spcPts val="0"/>
              </a:spcBef>
              <a:spcAft>
                <a:spcPts val="0"/>
              </a:spcAft>
              <a:buNone/>
              <a:defRPr sz="4800"/>
            </a:lvl7pPr>
            <a:lvl8pPr>
              <a:spcBef>
                <a:spcPts val="0"/>
              </a:spcBef>
              <a:spcAft>
                <a:spcPts val="0"/>
              </a:spcAft>
              <a:buNone/>
              <a:defRPr sz="4800"/>
            </a:lvl8pPr>
            <a:lvl9pPr>
              <a:spcBef>
                <a:spcPts val="0"/>
              </a:spcBef>
              <a:spcAft>
                <a:spcPts val="0"/>
              </a:spcAft>
              <a:buNone/>
              <a:defRPr sz="4800"/>
            </a:lvl9pPr>
          </a:lstStyle>
          <a:p>
            <a:endParaRPr/>
          </a:p>
        </p:txBody>
      </p:sp>
      <p:sp>
        <p:nvSpPr>
          <p:cNvPr id="93" name="Google Shape;93;p22">
            <a:extLst>
              <a:ext uri="{FF2B5EF4-FFF2-40B4-BE49-F238E27FC236}">
                <a16:creationId xmlns:a16="http://schemas.microsoft.com/office/drawing/2014/main" id="{6E7796C7-A771-4449-A6B0-87AE75551224}"/>
              </a:ext>
            </a:extLst>
          </p:cNvPr>
          <p:cNvSpPr>
            <a:spLocks noGrp="1"/>
          </p:cNvSpPr>
          <p:nvPr>
            <p:ph type="subTitle" idx="1"/>
          </p:nvPr>
        </p:nvSpPr>
        <p:spPr>
          <a:xfrm>
            <a:off x="609200" y="397075"/>
            <a:ext cx="7038000" cy="393600"/>
          </a:xfrm>
          <a:prstGeom prst="rect">
            <a:avLst/>
          </a:prstGeom>
        </p:spPr>
        <p:txBody>
          <a:bodyPr spcFirstLastPara="1" wrap="square" lIns="91425" tIns="91425" rIns="91425" bIns="91425" anchor="t">
            <a:noAutofit/>
          </a:bodyPr>
          <a:lstStyle>
            <a:lvl1pPr>
              <a:spcBef>
                <a:spcPts val="0"/>
              </a:spcBef>
              <a:spcAft>
                <a:spcPts val="0"/>
              </a:spcAft>
              <a:buNone/>
              <a:defRPr sz="1400">
                <a:solidFill>
                  <a:schemeClr val="accent4"/>
                </a:solidFill>
              </a:defRPr>
            </a:lvl1pPr>
            <a:lvl2pPr>
              <a:spcBef>
                <a:spcPts val="1600"/>
              </a:spcBef>
              <a:spcAft>
                <a:spcPts val="0"/>
              </a:spcAft>
              <a:buNone/>
              <a:defRPr sz="1400">
                <a:solidFill>
                  <a:schemeClr val="accent4"/>
                </a:solidFill>
              </a:defRPr>
            </a:lvl2pPr>
            <a:lvl3pPr>
              <a:spcBef>
                <a:spcPts val="1600"/>
              </a:spcBef>
              <a:spcAft>
                <a:spcPts val="0"/>
              </a:spcAft>
              <a:buNone/>
              <a:defRPr sz="1400">
                <a:solidFill>
                  <a:schemeClr val="accent4"/>
                </a:solidFill>
              </a:defRPr>
            </a:lvl3pPr>
            <a:lvl4pPr>
              <a:spcBef>
                <a:spcPts val="1600"/>
              </a:spcBef>
              <a:spcAft>
                <a:spcPts val="0"/>
              </a:spcAft>
              <a:buNone/>
              <a:defRPr sz="1400">
                <a:solidFill>
                  <a:schemeClr val="accent4"/>
                </a:solidFill>
              </a:defRPr>
            </a:lvl4pPr>
            <a:lvl5pPr>
              <a:spcBef>
                <a:spcPts val="1600"/>
              </a:spcBef>
              <a:spcAft>
                <a:spcPts val="0"/>
              </a:spcAft>
              <a:buNone/>
              <a:defRPr sz="1400">
                <a:solidFill>
                  <a:schemeClr val="accent4"/>
                </a:solidFill>
              </a:defRPr>
            </a:lvl5pPr>
            <a:lvl6pPr>
              <a:spcBef>
                <a:spcPts val="1600"/>
              </a:spcBef>
              <a:spcAft>
                <a:spcPts val="0"/>
              </a:spcAft>
              <a:buNone/>
              <a:defRPr sz="1400">
                <a:solidFill>
                  <a:schemeClr val="accent4"/>
                </a:solidFill>
              </a:defRPr>
            </a:lvl6pPr>
            <a:lvl7pPr>
              <a:spcBef>
                <a:spcPts val="1600"/>
              </a:spcBef>
              <a:spcAft>
                <a:spcPts val="0"/>
              </a:spcAft>
              <a:buNone/>
              <a:defRPr sz="1400">
                <a:solidFill>
                  <a:schemeClr val="accent4"/>
                </a:solidFill>
              </a:defRPr>
            </a:lvl7pPr>
            <a:lvl8pPr>
              <a:spcBef>
                <a:spcPts val="1600"/>
              </a:spcBef>
              <a:spcAft>
                <a:spcPts val="0"/>
              </a:spcAft>
              <a:buNone/>
              <a:defRPr sz="1400">
                <a:solidFill>
                  <a:schemeClr val="accent4"/>
                </a:solidFill>
              </a:defRPr>
            </a:lvl8pPr>
            <a:lvl9pPr>
              <a:spcBef>
                <a:spcPts val="1600"/>
              </a:spcBef>
              <a:spcAft>
                <a:spcPts val="1600"/>
              </a:spcAft>
              <a:buNone/>
              <a:defRPr sz="1400">
                <a:solidFill>
                  <a:schemeClr val="accent4"/>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BIG_NUMBER_1">
    <p:bg>
      <p:bgPr>
        <a:solidFill>
          <a:schemeClr val="dk1"/>
        </a:solidFill>
        <a:effectLst/>
      </p:bgPr>
    </p:bg>
    <p:spTree>
      <p:nvGrpSpPr>
        <p:cNvPr id="1" name=""/>
        <p:cNvGrpSpPr/>
        <p:nvPr/>
      </p:nvGrpSpPr>
      <p:grpSpPr>
        <a:xfrm>
          <a:off x="0" y="0"/>
          <a:ext cx="0" cy="0"/>
          <a:chOff x="0" y="0"/>
          <a:chExt cx="0" cy="0"/>
        </a:xfrm>
      </p:grpSpPr>
      <p:sp>
        <p:nvSpPr>
          <p:cNvPr id="103" name="Google Shape;103;p25">
            <a:extLst>
              <a:ext uri="{FF2B5EF4-FFF2-40B4-BE49-F238E27FC236}">
                <a16:creationId xmlns:a16="http://schemas.microsoft.com/office/drawing/2014/main" id="{881E9635-6D41-43F9-AD0B-89B50E573839}"/>
              </a:ext>
            </a:extLst>
          </p:cNvPr>
          <p:cNvSpPr>
            <a:spLocks noGrp="1"/>
          </p:cNvSpPr>
          <p:nvPr>
            <p:ph type="title"/>
          </p:nvPr>
        </p:nvSpPr>
        <p:spPr>
          <a:xfrm>
            <a:off x="311700" y="1106125"/>
            <a:ext cx="8520600" cy="1963500"/>
          </a:xfrm>
          <a:prstGeom prst="rect">
            <a:avLst/>
          </a:prstGeom>
        </p:spPr>
        <p:txBody>
          <a:bodyPr spcFirstLastPara="1" wrap="square" lIns="91425" tIns="91425" rIns="91425" bIns="91425" anchor="b">
            <a:noAutofit/>
          </a:bodyPr>
          <a:lstStyle>
            <a:lvl1pPr algn="ctr">
              <a:spcBef>
                <a:spcPts val="0"/>
              </a:spcBef>
              <a:spcAft>
                <a:spcPts val="0"/>
              </a:spcAft>
              <a:buNone/>
              <a:defRPr sz="12000">
                <a:solidFill>
                  <a:schemeClr val="lt1"/>
                </a:solidFill>
              </a:defRPr>
            </a:lvl1pPr>
            <a:lvl2pPr algn="ctr">
              <a:spcBef>
                <a:spcPts val="0"/>
              </a:spcBef>
              <a:spcAft>
                <a:spcPts val="0"/>
              </a:spcAft>
              <a:buNone/>
              <a:defRPr sz="12000"/>
            </a:lvl2pPr>
            <a:lvl3pPr algn="ctr">
              <a:spcBef>
                <a:spcPts val="0"/>
              </a:spcBef>
              <a:spcAft>
                <a:spcPts val="0"/>
              </a:spcAft>
              <a:buNone/>
              <a:defRPr sz="12000"/>
            </a:lvl3pPr>
            <a:lvl4pPr algn="ctr">
              <a:spcBef>
                <a:spcPts val="0"/>
              </a:spcBef>
              <a:spcAft>
                <a:spcPts val="0"/>
              </a:spcAft>
              <a:buNone/>
              <a:defRPr sz="12000"/>
            </a:lvl4pPr>
            <a:lvl5pPr algn="ctr">
              <a:spcBef>
                <a:spcPts val="0"/>
              </a:spcBef>
              <a:spcAft>
                <a:spcPts val="0"/>
              </a:spcAft>
              <a:buNone/>
              <a:defRPr sz="12000"/>
            </a:lvl5pPr>
            <a:lvl6pPr algn="ctr">
              <a:spcBef>
                <a:spcPts val="0"/>
              </a:spcBef>
              <a:spcAft>
                <a:spcPts val="0"/>
              </a:spcAft>
              <a:buNone/>
              <a:defRPr sz="12000"/>
            </a:lvl6pPr>
            <a:lvl7pPr algn="ctr">
              <a:spcBef>
                <a:spcPts val="0"/>
              </a:spcBef>
              <a:spcAft>
                <a:spcPts val="0"/>
              </a:spcAft>
              <a:buNone/>
              <a:defRPr sz="12000"/>
            </a:lvl7pPr>
            <a:lvl8pPr algn="ctr">
              <a:spcBef>
                <a:spcPts val="0"/>
              </a:spcBef>
              <a:spcAft>
                <a:spcPts val="0"/>
              </a:spcAft>
              <a:buNone/>
              <a:defRPr sz="12000"/>
            </a:lvl8pPr>
            <a:lvl9pPr algn="ctr">
              <a:spcBef>
                <a:spcPts val="0"/>
              </a:spcBef>
              <a:spcAft>
                <a:spcPts val="0"/>
              </a:spcAft>
              <a:buNone/>
              <a:defRPr sz="12000"/>
            </a:lvl9pPr>
          </a:lstStyle>
          <a:p>
            <a:endParaRPr/>
          </a:p>
        </p:txBody>
      </p:sp>
      <p:sp>
        <p:nvSpPr>
          <p:cNvPr id="104" name="Google Shape;104;p25">
            <a:extLst>
              <a:ext uri="{FF2B5EF4-FFF2-40B4-BE49-F238E27FC236}">
                <a16:creationId xmlns:a16="http://schemas.microsoft.com/office/drawing/2014/main" id="{50B0E1B5-4C01-45DF-9F67-5D8B17039AEE}"/>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Autofit/>
          </a:bodyPr>
          <a:lstStyle>
            <a:lvl1pPr marL="457200" indent="-349250" algn="ctr">
              <a:spcBef>
                <a:spcPts val="0"/>
              </a:spcBef>
              <a:spcAft>
                <a:spcPts val="0"/>
              </a:spcAft>
              <a:buChar char="●"/>
              <a:defRPr>
                <a:solidFill>
                  <a:schemeClr val="dk2"/>
                </a:solidFill>
              </a:defRPr>
            </a:lvl1pPr>
            <a:lvl2pPr marL="914400" indent="-349250" algn="ctr">
              <a:spcBef>
                <a:spcPts val="1600"/>
              </a:spcBef>
              <a:spcAft>
                <a:spcPts val="0"/>
              </a:spcAft>
              <a:buChar char="○"/>
              <a:defRPr>
                <a:solidFill>
                  <a:schemeClr val="dk2"/>
                </a:solidFill>
              </a:defRPr>
            </a:lvl2pPr>
            <a:lvl3pPr marL="1371600" indent="-349250" algn="ctr">
              <a:spcBef>
                <a:spcPts val="1600"/>
              </a:spcBef>
              <a:spcAft>
                <a:spcPts val="0"/>
              </a:spcAft>
              <a:buChar char="■"/>
              <a:defRPr>
                <a:solidFill>
                  <a:schemeClr val="dk2"/>
                </a:solidFill>
              </a:defRPr>
            </a:lvl3pPr>
            <a:lvl4pPr marL="1828800" indent="-349250" algn="ctr">
              <a:spcBef>
                <a:spcPts val="1600"/>
              </a:spcBef>
              <a:spcAft>
                <a:spcPts val="0"/>
              </a:spcAft>
              <a:buChar char="●"/>
              <a:defRPr>
                <a:solidFill>
                  <a:schemeClr val="dk2"/>
                </a:solidFill>
              </a:defRPr>
            </a:lvl4pPr>
            <a:lvl5pPr marL="2286000" indent="-349250" algn="ctr">
              <a:spcBef>
                <a:spcPts val="1600"/>
              </a:spcBef>
              <a:spcAft>
                <a:spcPts val="0"/>
              </a:spcAft>
              <a:buChar char="○"/>
              <a:defRPr>
                <a:solidFill>
                  <a:schemeClr val="dk2"/>
                </a:solidFill>
              </a:defRPr>
            </a:lvl5pPr>
            <a:lvl6pPr marL="2743200" indent="-349250" algn="ctr">
              <a:spcBef>
                <a:spcPts val="1600"/>
              </a:spcBef>
              <a:spcAft>
                <a:spcPts val="0"/>
              </a:spcAft>
              <a:buChar char="■"/>
              <a:defRPr>
                <a:solidFill>
                  <a:schemeClr val="dk2"/>
                </a:solidFill>
              </a:defRPr>
            </a:lvl6pPr>
            <a:lvl7pPr marL="3200400" indent="-349250" algn="ctr">
              <a:spcBef>
                <a:spcPts val="1600"/>
              </a:spcBef>
              <a:spcAft>
                <a:spcPts val="0"/>
              </a:spcAft>
              <a:buChar char="●"/>
              <a:defRPr>
                <a:solidFill>
                  <a:schemeClr val="dk2"/>
                </a:solidFill>
              </a:defRPr>
            </a:lvl7pPr>
            <a:lvl8pPr marL="3657600" indent="-349250" algn="ctr">
              <a:spcBef>
                <a:spcPts val="1600"/>
              </a:spcBef>
              <a:spcAft>
                <a:spcPts val="0"/>
              </a:spcAft>
              <a:buChar char="○"/>
              <a:defRPr>
                <a:solidFill>
                  <a:schemeClr val="dk2"/>
                </a:solidFill>
              </a:defRPr>
            </a:lvl8pPr>
            <a:lvl9pPr marL="4114800" indent="-349250" algn="ctr">
              <a:spcBef>
                <a:spcPts val="1600"/>
              </a:spcBef>
              <a:spcAft>
                <a:spcPts val="1600"/>
              </a:spcAft>
              <a:buChar char="■"/>
              <a:defRPr>
                <a:solidFill>
                  <a:schemeClr val="dk2"/>
                </a:solidFill>
              </a:defRPr>
            </a:lvl9pPr>
          </a:lstStyle>
          <a:p>
            <a:endParaRPr/>
          </a:p>
        </p:txBody>
      </p:sp>
      <p:sp>
        <p:nvSpPr>
          <p:cNvPr id="105" name="Google Shape;105;p25">
            <a:extLst>
              <a:ext uri="{FF2B5EF4-FFF2-40B4-BE49-F238E27FC236}">
                <a16:creationId xmlns:a16="http://schemas.microsoft.com/office/drawing/2014/main" id="{C61BB19E-7C8C-4150-9249-C27CC2384DE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TION_ONLY_1">
    <p:bg>
      <p:bgPr>
        <a:solidFill>
          <a:schemeClr val="dk1"/>
        </a:solidFill>
        <a:effectLst/>
      </p:bgPr>
    </p:bg>
    <p:spTree>
      <p:nvGrpSpPr>
        <p:cNvPr id="1" name=""/>
        <p:cNvGrpSpPr/>
        <p:nvPr/>
      </p:nvGrpSpPr>
      <p:grpSpPr>
        <a:xfrm>
          <a:off x="0" y="0"/>
          <a:ext cx="0" cy="0"/>
          <a:chOff x="0" y="0"/>
          <a:chExt cx="0" cy="0"/>
        </a:xfrm>
      </p:grpSpPr>
      <p:sp>
        <p:nvSpPr>
          <p:cNvPr id="100" name="Google Shape;100;p24">
            <a:extLst>
              <a:ext uri="{FF2B5EF4-FFF2-40B4-BE49-F238E27FC236}">
                <a16:creationId xmlns:a16="http://schemas.microsoft.com/office/drawing/2014/main" id="{875E67EE-2349-4590-A2A5-A136F3B6A5BB}"/>
              </a:ext>
            </a:extLst>
          </p:cNvPr>
          <p:cNvSpPr>
            <a:spLocks noGrp="1"/>
          </p:cNvSpPr>
          <p:nvPr>
            <p:ph type="body" idx="1"/>
          </p:nvPr>
        </p:nvSpPr>
        <p:spPr>
          <a:xfrm>
            <a:off x="491550" y="4119825"/>
            <a:ext cx="8160900" cy="615300"/>
          </a:xfrm>
          <a:prstGeom prst="rect">
            <a:avLst/>
          </a:prstGeom>
        </p:spPr>
        <p:txBody>
          <a:bodyPr spcFirstLastPara="1" wrap="square" lIns="91425" tIns="91425" rIns="91425" bIns="91425" anchor="ctr">
            <a:noAutofit/>
          </a:bodyPr>
          <a:lstStyle>
            <a:lvl1pPr marL="457200" indent="-228600" algn="ctr">
              <a:lnSpc>
                <a:spcPct val="115000"/>
              </a:lnSpc>
              <a:spcBef>
                <a:spcPts val="0"/>
              </a:spcBef>
              <a:spcAft>
                <a:spcPts val="0"/>
              </a:spcAft>
              <a:buNone/>
              <a:defRPr sz="1500">
                <a:solidFill>
                  <a:schemeClr val="dk2"/>
                </a:solidFill>
              </a:defRPr>
            </a:lvl1pPr>
          </a:lstStyle>
          <a:p>
            <a:endParaRPr/>
          </a:p>
        </p:txBody>
      </p:sp>
      <p:sp>
        <p:nvSpPr>
          <p:cNvPr id="101" name="Google Shape;101;p24">
            <a:extLst>
              <a:ext uri="{FF2B5EF4-FFF2-40B4-BE49-F238E27FC236}">
                <a16:creationId xmlns:a16="http://schemas.microsoft.com/office/drawing/2014/main" id="{E99CB961-F369-4970-82EA-A6BC6A372E9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0" name="Google Shape;10;p2">
            <a:extLst>
              <a:ext uri="{FF2B5EF4-FFF2-40B4-BE49-F238E27FC236}">
                <a16:creationId xmlns:a16="http://schemas.microsoft.com/office/drawing/2014/main" id="{8BF72531-7C8F-48C5-860D-0EA153F027E3}"/>
              </a:ext>
            </a:extLst>
          </p:cNvPr>
          <p:cNvSpPr>
            <a:spLocks noGrp="1"/>
          </p:cNvSpPr>
          <p:nvPr>
            <p:ph type="ctrTitle"/>
          </p:nvPr>
        </p:nvSpPr>
        <p:spPr>
          <a:xfrm>
            <a:off x="459450" y="408425"/>
            <a:ext cx="8225100" cy="2388900"/>
          </a:xfrm>
          <a:prstGeom prst="rect">
            <a:avLst/>
          </a:prstGeom>
        </p:spPr>
        <p:txBody>
          <a:bodyPr spcFirstLastPara="1" wrap="square" lIns="91425" tIns="91425" rIns="91425" bIns="91425" anchor="b">
            <a:noAutofit/>
          </a:bodyPr>
          <a:lstStyle>
            <a:lvl1pPr>
              <a:spcBef>
                <a:spcPts val="0"/>
              </a:spcBef>
              <a:spcAft>
                <a:spcPts val="0"/>
              </a:spcAft>
              <a:buNone/>
              <a:defRPr sz="4800"/>
            </a:lvl1pPr>
            <a:lvl2pPr algn="ctr">
              <a:spcBef>
                <a:spcPts val="0"/>
              </a:spcBef>
              <a:spcAft>
                <a:spcPts val="0"/>
              </a:spcAft>
              <a:buNone/>
              <a:defRPr sz="5200"/>
            </a:lvl2pPr>
            <a:lvl3pPr algn="ctr">
              <a:spcBef>
                <a:spcPts val="0"/>
              </a:spcBef>
              <a:spcAft>
                <a:spcPts val="0"/>
              </a:spcAft>
              <a:buNone/>
              <a:defRPr sz="5200"/>
            </a:lvl3pPr>
            <a:lvl4pPr algn="ctr">
              <a:spcBef>
                <a:spcPts val="0"/>
              </a:spcBef>
              <a:spcAft>
                <a:spcPts val="0"/>
              </a:spcAft>
              <a:buNone/>
              <a:defRPr sz="5200"/>
            </a:lvl4pPr>
            <a:lvl5pPr algn="ctr">
              <a:spcBef>
                <a:spcPts val="0"/>
              </a:spcBef>
              <a:spcAft>
                <a:spcPts val="0"/>
              </a:spcAft>
              <a:buNone/>
              <a:defRPr sz="5200"/>
            </a:lvl5pPr>
            <a:lvl6pPr algn="ctr">
              <a:spcBef>
                <a:spcPts val="0"/>
              </a:spcBef>
              <a:spcAft>
                <a:spcPts val="0"/>
              </a:spcAft>
              <a:buNone/>
              <a:defRPr sz="5200"/>
            </a:lvl6pPr>
            <a:lvl7pPr algn="ctr">
              <a:spcBef>
                <a:spcPts val="0"/>
              </a:spcBef>
              <a:spcAft>
                <a:spcPts val="0"/>
              </a:spcAft>
              <a:buNone/>
              <a:defRPr sz="5200"/>
            </a:lvl7pPr>
            <a:lvl8pPr algn="ctr">
              <a:spcBef>
                <a:spcPts val="0"/>
              </a:spcBef>
              <a:spcAft>
                <a:spcPts val="0"/>
              </a:spcAft>
              <a:buNone/>
              <a:defRPr sz="5200"/>
            </a:lvl8pPr>
            <a:lvl9pPr algn="ctr">
              <a:spcBef>
                <a:spcPts val="0"/>
              </a:spcBef>
              <a:spcAft>
                <a:spcPts val="0"/>
              </a:spcAft>
              <a:buNone/>
              <a:defRPr sz="5200"/>
            </a:lvl9pPr>
          </a:lstStyle>
          <a:p>
            <a:endParaRPr/>
          </a:p>
        </p:txBody>
      </p:sp>
      <p:sp>
        <p:nvSpPr>
          <p:cNvPr id="11" name="Google Shape;11;p2">
            <a:extLst>
              <a:ext uri="{FF2B5EF4-FFF2-40B4-BE49-F238E27FC236}">
                <a16:creationId xmlns:a16="http://schemas.microsoft.com/office/drawing/2014/main" id="{B97EC86E-7CB8-4A59-A832-68666DC103FE}"/>
              </a:ext>
            </a:extLst>
          </p:cNvPr>
          <p:cNvSpPr>
            <a:spLocks noGrp="1"/>
          </p:cNvSpPr>
          <p:nvPr>
            <p:ph type="subTitle" idx="1"/>
          </p:nvPr>
        </p:nvSpPr>
        <p:spPr>
          <a:xfrm>
            <a:off x="459450" y="2834125"/>
            <a:ext cx="8225100" cy="792600"/>
          </a:xfrm>
          <a:prstGeom prst="rect">
            <a:avLst/>
          </a:prstGeom>
        </p:spPr>
        <p:txBody>
          <a:bodyPr spcFirstLastPara="1" wrap="square" lIns="91425" tIns="91425" rIns="91425" bIns="91425" anchor="t">
            <a:noAutofit/>
          </a:bodyPr>
          <a:lstStyle>
            <a:lvl1pPr>
              <a:lnSpc>
                <a:spcPct val="115000"/>
              </a:lnSpc>
              <a:spcBef>
                <a:spcPts val="0"/>
              </a:spcBef>
              <a:spcAft>
                <a:spcPts val="0"/>
              </a:spcAft>
              <a:buNone/>
              <a:defRPr/>
            </a:lvl1pPr>
            <a:lvl2pPr algn="ctr">
              <a:lnSpc>
                <a:spcPct val="115000"/>
              </a:lnSpc>
              <a:spcBef>
                <a:spcPts val="0"/>
              </a:spcBef>
              <a:spcAft>
                <a:spcPts val="0"/>
              </a:spcAft>
              <a:buNone/>
              <a:defRPr sz="2800"/>
            </a:lvl2pPr>
            <a:lvl3pPr algn="ctr">
              <a:lnSpc>
                <a:spcPct val="115000"/>
              </a:lnSpc>
              <a:spcBef>
                <a:spcPts val="0"/>
              </a:spcBef>
              <a:spcAft>
                <a:spcPts val="0"/>
              </a:spcAft>
              <a:buNone/>
              <a:defRPr sz="2800"/>
            </a:lvl3pPr>
            <a:lvl4pPr algn="ctr">
              <a:lnSpc>
                <a:spcPct val="115000"/>
              </a:lnSpc>
              <a:spcBef>
                <a:spcPts val="0"/>
              </a:spcBef>
              <a:spcAft>
                <a:spcPts val="0"/>
              </a:spcAft>
              <a:buNone/>
              <a:defRPr sz="2800"/>
            </a:lvl4pPr>
            <a:lvl5pPr algn="ctr">
              <a:lnSpc>
                <a:spcPct val="115000"/>
              </a:lnSpc>
              <a:spcBef>
                <a:spcPts val="0"/>
              </a:spcBef>
              <a:spcAft>
                <a:spcPts val="0"/>
              </a:spcAft>
              <a:buNone/>
              <a:defRPr sz="2800"/>
            </a:lvl5pPr>
            <a:lvl6pPr algn="ctr">
              <a:lnSpc>
                <a:spcPct val="115000"/>
              </a:lnSpc>
              <a:spcBef>
                <a:spcPts val="0"/>
              </a:spcBef>
              <a:spcAft>
                <a:spcPts val="0"/>
              </a:spcAft>
              <a:buNone/>
              <a:defRPr sz="2800"/>
            </a:lvl6pPr>
            <a:lvl7pPr algn="ctr">
              <a:lnSpc>
                <a:spcPct val="115000"/>
              </a:lnSpc>
              <a:spcBef>
                <a:spcPts val="0"/>
              </a:spcBef>
              <a:spcAft>
                <a:spcPts val="0"/>
              </a:spcAft>
              <a:buNone/>
              <a:defRPr sz="2800"/>
            </a:lvl7pPr>
            <a:lvl8pPr algn="ctr">
              <a:lnSpc>
                <a:spcPct val="115000"/>
              </a:lnSpc>
              <a:spcBef>
                <a:spcPts val="0"/>
              </a:spcBef>
              <a:spcAft>
                <a:spcPts val="0"/>
              </a:spcAft>
              <a:buNone/>
              <a:defRPr sz="2800"/>
            </a:lvl8pPr>
            <a:lvl9pPr algn="ctr">
              <a:lnSpc>
                <a:spcPct val="115000"/>
              </a:lnSpc>
              <a:spcBef>
                <a:spcPts val="0"/>
              </a:spcBef>
              <a:spcAft>
                <a:spcPts val="0"/>
              </a:spcAft>
              <a:buNone/>
              <a:defRPr sz="2800"/>
            </a:lvl9pPr>
          </a:lstStyle>
          <a:p>
            <a:endParaRPr/>
          </a:p>
        </p:txBody>
      </p:sp>
      <p:sp>
        <p:nvSpPr>
          <p:cNvPr id="12" name="Google Shape;12;p2">
            <a:extLst>
              <a:ext uri="{FF2B5EF4-FFF2-40B4-BE49-F238E27FC236}">
                <a16:creationId xmlns:a16="http://schemas.microsoft.com/office/drawing/2014/main" id="{B736E40E-BEC6-490E-8BA0-788A855B2A7C}"/>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13" name="Google Shape;13;p2">
            <a:extLst>
              <a:ext uri="{FF2B5EF4-FFF2-40B4-BE49-F238E27FC236}">
                <a16:creationId xmlns:a16="http://schemas.microsoft.com/office/drawing/2014/main" id="{E04DE825-4122-49A0-AA05-A6635EE24A0D}"/>
              </a:ext>
            </a:extLst>
          </p:cNvPr>
          <p:cNvSpPr>
            <a:spLocks noGrp="1"/>
          </p:cNvSpPr>
          <p:nvPr>
            <p:ph type="body" idx="2"/>
          </p:nvPr>
        </p:nvSpPr>
        <p:spPr>
          <a:xfrm>
            <a:off x="459450" y="4373225"/>
            <a:ext cx="7877700" cy="373800"/>
          </a:xfrm>
          <a:prstGeom prst="rect">
            <a:avLst/>
          </a:prstGeom>
        </p:spPr>
        <p:txBody>
          <a:bodyPr spcFirstLastPara="1" wrap="square" lIns="91425" tIns="91425" rIns="91425" bIns="91425" anchor="t">
            <a:noAutofit/>
          </a:bodyPr>
          <a:lstStyle>
            <a:lvl1pPr marL="457200" indent="-323850">
              <a:spcBef>
                <a:spcPts val="0"/>
              </a:spcBef>
              <a:spcAft>
                <a:spcPts val="0"/>
              </a:spcAft>
              <a:buChar char="●"/>
              <a:defRPr sz="1500"/>
            </a:lvl1pPr>
            <a:lvl2pPr marL="914400" indent="-323850">
              <a:spcBef>
                <a:spcPts val="1600"/>
              </a:spcBef>
              <a:spcAft>
                <a:spcPts val="0"/>
              </a:spcAft>
              <a:buChar char="○"/>
              <a:defRPr sz="1500"/>
            </a:lvl2pPr>
            <a:lvl3pPr marL="1371600" indent="-323850">
              <a:spcBef>
                <a:spcPts val="1600"/>
              </a:spcBef>
              <a:spcAft>
                <a:spcPts val="0"/>
              </a:spcAft>
              <a:buChar char="■"/>
              <a:defRPr sz="1500"/>
            </a:lvl3pPr>
            <a:lvl4pPr marL="1828800" indent="-323850">
              <a:spcBef>
                <a:spcPts val="1600"/>
              </a:spcBef>
              <a:spcAft>
                <a:spcPts val="0"/>
              </a:spcAft>
              <a:buChar char="●"/>
              <a:defRPr sz="1500"/>
            </a:lvl4pPr>
            <a:lvl5pPr marL="2286000" indent="-323850">
              <a:spcBef>
                <a:spcPts val="1600"/>
              </a:spcBef>
              <a:spcAft>
                <a:spcPts val="0"/>
              </a:spcAft>
              <a:buChar char="○"/>
              <a:defRPr sz="1500"/>
            </a:lvl5pPr>
            <a:lvl6pPr marL="2743200" indent="-323850">
              <a:spcBef>
                <a:spcPts val="1600"/>
              </a:spcBef>
              <a:spcAft>
                <a:spcPts val="0"/>
              </a:spcAft>
              <a:buChar char="■"/>
              <a:defRPr sz="1500"/>
            </a:lvl6pPr>
            <a:lvl7pPr marL="3200400" indent="-323850">
              <a:spcBef>
                <a:spcPts val="1600"/>
              </a:spcBef>
              <a:spcAft>
                <a:spcPts val="0"/>
              </a:spcAft>
              <a:buChar char="●"/>
              <a:defRPr sz="1500"/>
            </a:lvl7pPr>
            <a:lvl8pPr marL="3657600" indent="-323850">
              <a:spcBef>
                <a:spcPts val="1600"/>
              </a:spcBef>
              <a:spcAft>
                <a:spcPts val="0"/>
              </a:spcAft>
              <a:buChar char="○"/>
              <a:defRPr sz="1500"/>
            </a:lvl8pPr>
            <a:lvl9pPr marL="4114800" indent="-323850">
              <a:spcBef>
                <a:spcPts val="1600"/>
              </a:spcBef>
              <a:spcAft>
                <a:spcPts val="1600"/>
              </a:spcAft>
              <a:buChar char="■"/>
              <a:defRPr sz="15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15" name="Google Shape;15;p3">
            <a:extLst>
              <a:ext uri="{FF2B5EF4-FFF2-40B4-BE49-F238E27FC236}">
                <a16:creationId xmlns:a16="http://schemas.microsoft.com/office/drawing/2014/main" id="{4CE7FCA2-FE73-4D59-BAF7-1B9CA0220015}"/>
              </a:ext>
            </a:extLst>
          </p:cNvPr>
          <p:cNvSpPr>
            <a:spLocks noGrp="1"/>
          </p:cNvSpPr>
          <p:nvPr>
            <p:ph type="title"/>
          </p:nvPr>
        </p:nvSpPr>
        <p:spPr>
          <a:xfrm>
            <a:off x="311700" y="977850"/>
            <a:ext cx="8520600" cy="3187800"/>
          </a:xfrm>
          <a:prstGeom prst="rect">
            <a:avLst/>
          </a:prstGeom>
        </p:spPr>
        <p:txBody>
          <a:bodyPr spcFirstLastPara="1" wrap="square" lIns="91425" tIns="91425" rIns="91425" bIns="91425" anchor="ctr">
            <a:noAutofit/>
          </a:bodyPr>
          <a:lstStyle>
            <a:lvl1pPr algn="ctr">
              <a:spcBef>
                <a:spcPts val="0"/>
              </a:spcBef>
              <a:spcAft>
                <a:spcPts val="0"/>
              </a:spcAft>
              <a:buNone/>
              <a:defRPr sz="3600"/>
            </a:lvl1pPr>
            <a:lvl2pPr algn="ctr">
              <a:spcBef>
                <a:spcPts val="0"/>
              </a:spcBef>
              <a:spcAft>
                <a:spcPts val="0"/>
              </a:spcAft>
              <a:buNone/>
              <a:defRPr sz="3600"/>
            </a:lvl2pPr>
            <a:lvl3pPr algn="ctr">
              <a:spcBef>
                <a:spcPts val="0"/>
              </a:spcBef>
              <a:spcAft>
                <a:spcPts val="0"/>
              </a:spcAft>
              <a:buNone/>
              <a:defRPr sz="3600"/>
            </a:lvl3pPr>
            <a:lvl4pPr algn="ctr">
              <a:spcBef>
                <a:spcPts val="0"/>
              </a:spcBef>
              <a:spcAft>
                <a:spcPts val="0"/>
              </a:spcAft>
              <a:buNone/>
              <a:defRPr sz="3600"/>
            </a:lvl4pPr>
            <a:lvl5pPr algn="ctr">
              <a:spcBef>
                <a:spcPts val="0"/>
              </a:spcBef>
              <a:spcAft>
                <a:spcPts val="0"/>
              </a:spcAft>
              <a:buNone/>
              <a:defRPr sz="3600"/>
            </a:lvl5pPr>
            <a:lvl6pPr algn="ctr">
              <a:spcBef>
                <a:spcPts val="0"/>
              </a:spcBef>
              <a:spcAft>
                <a:spcPts val="0"/>
              </a:spcAft>
              <a:buNone/>
              <a:defRPr sz="3600"/>
            </a:lvl6pPr>
            <a:lvl7pPr algn="ctr">
              <a:spcBef>
                <a:spcPts val="0"/>
              </a:spcBef>
              <a:spcAft>
                <a:spcPts val="0"/>
              </a:spcAft>
              <a:buNone/>
              <a:defRPr sz="3600"/>
            </a:lvl7pPr>
            <a:lvl8pPr algn="ctr">
              <a:spcBef>
                <a:spcPts val="0"/>
              </a:spcBef>
              <a:spcAft>
                <a:spcPts val="0"/>
              </a:spcAft>
              <a:buNone/>
              <a:defRPr sz="3600"/>
            </a:lvl8pPr>
            <a:lvl9pPr algn="ctr">
              <a:spcBef>
                <a:spcPts val="0"/>
              </a:spcBef>
              <a:spcAft>
                <a:spcPts val="0"/>
              </a:spcAft>
              <a:buNone/>
              <a:defRPr sz="3600"/>
            </a:lvl9pPr>
          </a:lstStyle>
          <a:p>
            <a:endParaRPr/>
          </a:p>
        </p:txBody>
      </p:sp>
      <p:sp>
        <p:nvSpPr>
          <p:cNvPr id="16" name="Google Shape;16;p3">
            <a:extLst>
              <a:ext uri="{FF2B5EF4-FFF2-40B4-BE49-F238E27FC236}">
                <a16:creationId xmlns:a16="http://schemas.microsoft.com/office/drawing/2014/main" id="{D4E977C1-7432-44DF-860F-855EC545FA7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_AND_BODY">
    <p:spTree>
      <p:nvGrpSpPr>
        <p:cNvPr id="1" name=""/>
        <p:cNvGrpSpPr/>
        <p:nvPr/>
      </p:nvGrpSpPr>
      <p:grpSpPr>
        <a:xfrm>
          <a:off x="0" y="0"/>
          <a:ext cx="0" cy="0"/>
          <a:chOff x="0" y="0"/>
          <a:chExt cx="0" cy="0"/>
        </a:xfrm>
      </p:grpSpPr>
      <p:sp>
        <p:nvSpPr>
          <p:cNvPr id="18" name="Google Shape;18;p4">
            <a:extLst>
              <a:ext uri="{FF2B5EF4-FFF2-40B4-BE49-F238E27FC236}">
                <a16:creationId xmlns:a16="http://schemas.microsoft.com/office/drawing/2014/main" id="{BB45CF9F-4DB0-404B-8515-C0AF7BC0CB8E}"/>
              </a:ext>
            </a:extLst>
          </p:cNvPr>
          <p:cNvSpPr>
            <a:spLocks noGrp="1"/>
          </p:cNvSpPr>
          <p:nvPr>
            <p:ph type="title"/>
          </p:nvPr>
        </p:nvSpPr>
        <p:spPr>
          <a:xfrm>
            <a:off x="578275" y="445025"/>
            <a:ext cx="8041800" cy="964500"/>
          </a:xfrm>
          <a:prstGeom prst="rect">
            <a:avLst/>
          </a:prstGeom>
        </p:spPr>
        <p:txBody>
          <a:bodyPr spcFirstLastPara="1" wrap="square" lIns="91425" tIns="91425" rIns="91425" bIns="91425" anchor="ctr">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9" name="Google Shape;19;p4">
            <a:extLst>
              <a:ext uri="{FF2B5EF4-FFF2-40B4-BE49-F238E27FC236}">
                <a16:creationId xmlns:a16="http://schemas.microsoft.com/office/drawing/2014/main" id="{E268464D-F4D0-4A72-A1FA-07798191C912}"/>
              </a:ext>
            </a:extLst>
          </p:cNvPr>
          <p:cNvSpPr>
            <a:spLocks noGrp="1"/>
          </p:cNvSpPr>
          <p:nvPr>
            <p:ph type="body" idx="1"/>
          </p:nvPr>
        </p:nvSpPr>
        <p:spPr>
          <a:xfrm>
            <a:off x="578275" y="1572200"/>
            <a:ext cx="8041800" cy="3234900"/>
          </a:xfrm>
          <a:prstGeom prst="rect">
            <a:avLst/>
          </a:prstGeom>
        </p:spPr>
        <p:txBody>
          <a:bodyPr spcFirstLastPara="1" wrap="square" lIns="91425" tIns="91425" rIns="91425" bIns="91425" anchor="t">
            <a:noAutofit/>
          </a:bodyPr>
          <a:lstStyle>
            <a:lvl1pPr marL="457200" indent="-349250">
              <a:spcBef>
                <a:spcPts val="0"/>
              </a:spcBef>
              <a:spcAft>
                <a:spcPts val="0"/>
              </a:spcAft>
              <a:buChar char="●"/>
              <a:defRPr/>
            </a:lvl1pPr>
            <a:lvl2pPr marL="914400" indent="-349250">
              <a:spcBef>
                <a:spcPts val="1600"/>
              </a:spcBef>
              <a:spcAft>
                <a:spcPts val="0"/>
              </a:spcAft>
              <a:buChar char="○"/>
              <a:defRPr/>
            </a:lvl2pPr>
            <a:lvl3pPr marL="1371600" indent="-349250">
              <a:spcBef>
                <a:spcPts val="1600"/>
              </a:spcBef>
              <a:spcAft>
                <a:spcPts val="0"/>
              </a:spcAft>
              <a:buChar char="■"/>
              <a:defRPr/>
            </a:lvl3pPr>
            <a:lvl4pPr marL="1828800" indent="-349250">
              <a:spcBef>
                <a:spcPts val="1600"/>
              </a:spcBef>
              <a:spcAft>
                <a:spcPts val="0"/>
              </a:spcAft>
              <a:buChar char="●"/>
              <a:defRPr/>
            </a:lvl4pPr>
            <a:lvl5pPr marL="2286000" indent="-349250">
              <a:spcBef>
                <a:spcPts val="1600"/>
              </a:spcBef>
              <a:spcAft>
                <a:spcPts val="0"/>
              </a:spcAft>
              <a:buChar char="○"/>
              <a:defRPr/>
            </a:lvl5pPr>
            <a:lvl6pPr marL="2743200" indent="-349250">
              <a:spcBef>
                <a:spcPts val="1600"/>
              </a:spcBef>
              <a:spcAft>
                <a:spcPts val="0"/>
              </a:spcAft>
              <a:buChar char="■"/>
              <a:defRPr/>
            </a:lvl6pPr>
            <a:lvl7pPr marL="3200400" indent="-349250">
              <a:spcBef>
                <a:spcPts val="1600"/>
              </a:spcBef>
              <a:spcAft>
                <a:spcPts val="0"/>
              </a:spcAft>
              <a:buChar char="●"/>
              <a:defRPr/>
            </a:lvl7pPr>
            <a:lvl8pPr marL="3657600" indent="-349250">
              <a:spcBef>
                <a:spcPts val="1600"/>
              </a:spcBef>
              <a:spcAft>
                <a:spcPts val="0"/>
              </a:spcAft>
              <a:buChar char="○"/>
              <a:defRPr/>
            </a:lvl8pPr>
            <a:lvl9pPr marL="4114800" indent="-349250">
              <a:spcBef>
                <a:spcPts val="1600"/>
              </a:spcBef>
              <a:spcAft>
                <a:spcPts val="1600"/>
              </a:spcAft>
              <a:buChar char="■"/>
              <a:defRPr/>
            </a:lvl9pPr>
          </a:lstStyle>
          <a:p>
            <a:endParaRPr/>
          </a:p>
        </p:txBody>
      </p:sp>
      <p:sp>
        <p:nvSpPr>
          <p:cNvPr id="20" name="Google Shape;20;p4">
            <a:extLst>
              <a:ext uri="{FF2B5EF4-FFF2-40B4-BE49-F238E27FC236}">
                <a16:creationId xmlns:a16="http://schemas.microsoft.com/office/drawing/2014/main" id="{9A25D488-FEE6-41F8-A36C-FB236BF41DA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_AND_TWO_COLUMNS">
    <p:spTree>
      <p:nvGrpSpPr>
        <p:cNvPr id="1" name=""/>
        <p:cNvGrpSpPr/>
        <p:nvPr/>
      </p:nvGrpSpPr>
      <p:grpSpPr>
        <a:xfrm>
          <a:off x="0" y="0"/>
          <a:ext cx="0" cy="0"/>
          <a:chOff x="0" y="0"/>
          <a:chExt cx="0" cy="0"/>
        </a:xfrm>
      </p:grpSpPr>
      <p:sp>
        <p:nvSpPr>
          <p:cNvPr id="22" name="Google Shape;22;p5">
            <a:extLst>
              <a:ext uri="{FF2B5EF4-FFF2-40B4-BE49-F238E27FC236}">
                <a16:creationId xmlns:a16="http://schemas.microsoft.com/office/drawing/2014/main" id="{ECEA0127-F33E-4A55-A4B5-D877A9F9FFCB}"/>
              </a:ext>
            </a:extLst>
          </p:cNvPr>
          <p:cNvSpPr>
            <a:spLocks noGrp="1"/>
          </p:cNvSpPr>
          <p:nvPr>
            <p:ph type="title"/>
          </p:nvPr>
        </p:nvSpPr>
        <p:spPr>
          <a:xfrm>
            <a:off x="578275" y="445025"/>
            <a:ext cx="8014500" cy="964500"/>
          </a:xfrm>
          <a:prstGeom prst="rect">
            <a:avLst/>
          </a:prstGeom>
        </p:spPr>
        <p:txBody>
          <a:bodyPr spcFirstLastPara="1" wrap="square" lIns="91425" tIns="91425" rIns="91425" bIns="91425" anchor="ctr">
            <a:noAutofit/>
          </a:bodyPr>
          <a:lstStyle>
            <a:lvl1pPr>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3" name="Google Shape;23;p5">
            <a:extLst>
              <a:ext uri="{FF2B5EF4-FFF2-40B4-BE49-F238E27FC236}">
                <a16:creationId xmlns:a16="http://schemas.microsoft.com/office/drawing/2014/main" id="{BA046B7B-970B-4F5C-8E9D-6C27528C5B46}"/>
              </a:ext>
            </a:extLst>
          </p:cNvPr>
          <p:cNvSpPr>
            <a:spLocks noGrp="1"/>
          </p:cNvSpPr>
          <p:nvPr>
            <p:ph type="body" idx="1"/>
          </p:nvPr>
        </p:nvSpPr>
        <p:spPr>
          <a:xfrm>
            <a:off x="578275" y="1599625"/>
            <a:ext cx="3775200" cy="32220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lvl1pPr>
            <a:lvl2pPr marL="914400" indent="-336550">
              <a:spcBef>
                <a:spcPts val="1600"/>
              </a:spcBef>
              <a:spcAft>
                <a:spcPts val="0"/>
              </a:spcAft>
              <a:buChar char="○"/>
              <a:defRPr sz="1700"/>
            </a:lvl2pPr>
            <a:lvl3pPr marL="1371600" indent="-336550">
              <a:spcBef>
                <a:spcPts val="1600"/>
              </a:spcBef>
              <a:spcAft>
                <a:spcPts val="0"/>
              </a:spcAft>
              <a:buChar char="■"/>
              <a:defRPr sz="1700"/>
            </a:lvl3pPr>
            <a:lvl4pPr marL="1828800" indent="-336550">
              <a:spcBef>
                <a:spcPts val="1600"/>
              </a:spcBef>
              <a:spcAft>
                <a:spcPts val="0"/>
              </a:spcAft>
              <a:buChar char="●"/>
              <a:defRPr sz="1700"/>
            </a:lvl4pPr>
            <a:lvl5pPr marL="2286000" indent="-336550">
              <a:spcBef>
                <a:spcPts val="1600"/>
              </a:spcBef>
              <a:spcAft>
                <a:spcPts val="0"/>
              </a:spcAft>
              <a:buChar char="○"/>
              <a:defRPr sz="1700"/>
            </a:lvl5pPr>
            <a:lvl6pPr marL="2743200" indent="-336550">
              <a:spcBef>
                <a:spcPts val="1600"/>
              </a:spcBef>
              <a:spcAft>
                <a:spcPts val="0"/>
              </a:spcAft>
              <a:buChar char="■"/>
              <a:defRPr sz="1700"/>
            </a:lvl6pPr>
            <a:lvl7pPr marL="3200400" indent="-336550">
              <a:spcBef>
                <a:spcPts val="1600"/>
              </a:spcBef>
              <a:spcAft>
                <a:spcPts val="0"/>
              </a:spcAft>
              <a:buChar char="●"/>
              <a:defRPr sz="1700"/>
            </a:lvl7pPr>
            <a:lvl8pPr marL="3657600" indent="-336550">
              <a:spcBef>
                <a:spcPts val="1600"/>
              </a:spcBef>
              <a:spcAft>
                <a:spcPts val="0"/>
              </a:spcAft>
              <a:buChar char="○"/>
              <a:defRPr sz="1700"/>
            </a:lvl8pPr>
            <a:lvl9pPr marL="4114800" indent="-336550">
              <a:spcBef>
                <a:spcPts val="1600"/>
              </a:spcBef>
              <a:spcAft>
                <a:spcPts val="1600"/>
              </a:spcAft>
              <a:buChar char="■"/>
              <a:defRPr sz="1700"/>
            </a:lvl9pPr>
          </a:lstStyle>
          <a:p>
            <a:endParaRPr/>
          </a:p>
        </p:txBody>
      </p:sp>
      <p:sp>
        <p:nvSpPr>
          <p:cNvPr id="24" name="Google Shape;24;p5">
            <a:extLst>
              <a:ext uri="{FF2B5EF4-FFF2-40B4-BE49-F238E27FC236}">
                <a16:creationId xmlns:a16="http://schemas.microsoft.com/office/drawing/2014/main" id="{34C49088-CCD2-4B63-AEAC-85180D749773}"/>
              </a:ext>
            </a:extLst>
          </p:cNvPr>
          <p:cNvSpPr>
            <a:spLocks noGrp="1"/>
          </p:cNvSpPr>
          <p:nvPr>
            <p:ph type="body" idx="2"/>
          </p:nvPr>
        </p:nvSpPr>
        <p:spPr>
          <a:xfrm>
            <a:off x="4817702" y="1599625"/>
            <a:ext cx="3775200" cy="32220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lvl1pPr>
            <a:lvl2pPr marL="914400" indent="-336550">
              <a:spcBef>
                <a:spcPts val="1600"/>
              </a:spcBef>
              <a:spcAft>
                <a:spcPts val="0"/>
              </a:spcAft>
              <a:buChar char="○"/>
              <a:defRPr sz="1700"/>
            </a:lvl2pPr>
            <a:lvl3pPr marL="1371600" indent="-336550">
              <a:spcBef>
                <a:spcPts val="1600"/>
              </a:spcBef>
              <a:spcAft>
                <a:spcPts val="0"/>
              </a:spcAft>
              <a:buChar char="■"/>
              <a:defRPr sz="1700"/>
            </a:lvl3pPr>
            <a:lvl4pPr marL="1828800" indent="-336550">
              <a:spcBef>
                <a:spcPts val="1600"/>
              </a:spcBef>
              <a:spcAft>
                <a:spcPts val="0"/>
              </a:spcAft>
              <a:buChar char="●"/>
              <a:defRPr sz="1700"/>
            </a:lvl4pPr>
            <a:lvl5pPr marL="2286000" indent="-336550">
              <a:spcBef>
                <a:spcPts val="1600"/>
              </a:spcBef>
              <a:spcAft>
                <a:spcPts val="0"/>
              </a:spcAft>
              <a:buChar char="○"/>
              <a:defRPr sz="1700"/>
            </a:lvl5pPr>
            <a:lvl6pPr marL="2743200" indent="-336550">
              <a:spcBef>
                <a:spcPts val="1600"/>
              </a:spcBef>
              <a:spcAft>
                <a:spcPts val="0"/>
              </a:spcAft>
              <a:buChar char="■"/>
              <a:defRPr sz="1700"/>
            </a:lvl6pPr>
            <a:lvl7pPr marL="3200400" indent="-336550">
              <a:spcBef>
                <a:spcPts val="1600"/>
              </a:spcBef>
              <a:spcAft>
                <a:spcPts val="0"/>
              </a:spcAft>
              <a:buChar char="●"/>
              <a:defRPr sz="1700"/>
            </a:lvl7pPr>
            <a:lvl8pPr marL="3657600" indent="-336550">
              <a:spcBef>
                <a:spcPts val="1600"/>
              </a:spcBef>
              <a:spcAft>
                <a:spcPts val="0"/>
              </a:spcAft>
              <a:buChar char="○"/>
              <a:defRPr sz="1700"/>
            </a:lvl8pPr>
            <a:lvl9pPr marL="4114800" indent="-336550">
              <a:spcBef>
                <a:spcPts val="1600"/>
              </a:spcBef>
              <a:spcAft>
                <a:spcPts val="1600"/>
              </a:spcAft>
              <a:buChar char="■"/>
              <a:defRPr sz="1700"/>
            </a:lvl9pPr>
          </a:lstStyle>
          <a:p>
            <a:endParaRPr/>
          </a:p>
        </p:txBody>
      </p:sp>
      <p:sp>
        <p:nvSpPr>
          <p:cNvPr id="25" name="Google Shape;25;p5">
            <a:extLst>
              <a:ext uri="{FF2B5EF4-FFF2-40B4-BE49-F238E27FC236}">
                <a16:creationId xmlns:a16="http://schemas.microsoft.com/office/drawing/2014/main" id="{B503149D-2FCD-4B87-9F59-94AC5D0C7F7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APTION_ONLY">
    <p:spTree>
      <p:nvGrpSpPr>
        <p:cNvPr id="1" name=""/>
        <p:cNvGrpSpPr/>
        <p:nvPr/>
      </p:nvGrpSpPr>
      <p:grpSpPr>
        <a:xfrm>
          <a:off x="0" y="0"/>
          <a:ext cx="0" cy="0"/>
          <a:chOff x="0" y="0"/>
          <a:chExt cx="0" cy="0"/>
        </a:xfrm>
      </p:grpSpPr>
      <p:sp>
        <p:nvSpPr>
          <p:cNvPr id="43" name="Google Shape;43;p10">
            <a:extLst>
              <a:ext uri="{FF2B5EF4-FFF2-40B4-BE49-F238E27FC236}">
                <a16:creationId xmlns:a16="http://schemas.microsoft.com/office/drawing/2014/main" id="{ECDC2267-6611-4A79-B978-5FB38645D3F2}"/>
              </a:ext>
            </a:extLst>
          </p:cNvPr>
          <p:cNvSpPr>
            <a:spLocks noGrp="1"/>
          </p:cNvSpPr>
          <p:nvPr>
            <p:ph type="body" idx="1"/>
          </p:nvPr>
        </p:nvSpPr>
        <p:spPr>
          <a:xfrm>
            <a:off x="491550" y="4119825"/>
            <a:ext cx="8160900" cy="615300"/>
          </a:xfrm>
          <a:prstGeom prst="rect">
            <a:avLst/>
          </a:prstGeom>
        </p:spPr>
        <p:txBody>
          <a:bodyPr spcFirstLastPara="1" wrap="square" lIns="91425" tIns="91425" rIns="91425" bIns="91425" anchor="ctr">
            <a:noAutofit/>
          </a:bodyPr>
          <a:lstStyle>
            <a:lvl1pPr marL="457200" indent="-228600" algn="ctr">
              <a:lnSpc>
                <a:spcPct val="115000"/>
              </a:lnSpc>
              <a:spcBef>
                <a:spcPts val="0"/>
              </a:spcBef>
              <a:spcAft>
                <a:spcPts val="0"/>
              </a:spcAft>
              <a:buNone/>
              <a:defRPr sz="1500"/>
            </a:lvl1pPr>
          </a:lstStyle>
          <a:p>
            <a:endParaRPr/>
          </a:p>
        </p:txBody>
      </p:sp>
      <p:sp>
        <p:nvSpPr>
          <p:cNvPr id="44" name="Google Shape;44;p10">
            <a:extLst>
              <a:ext uri="{FF2B5EF4-FFF2-40B4-BE49-F238E27FC236}">
                <a16:creationId xmlns:a16="http://schemas.microsoft.com/office/drawing/2014/main" id="{5FA4B8D7-B846-4C5C-9B5B-46F933192D0C}"/>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_1_1_3">
    <p:bg>
      <p:bgPr>
        <a:solidFill>
          <a:schemeClr val="dk1"/>
        </a:solidFill>
        <a:effectLst/>
      </p:bgPr>
    </p:bg>
    <p:spTree>
      <p:nvGrpSpPr>
        <p:cNvPr id="1" name=""/>
        <p:cNvGrpSpPr/>
        <p:nvPr/>
      </p:nvGrpSpPr>
      <p:grpSpPr>
        <a:xfrm>
          <a:off x="0" y="0"/>
          <a:ext cx="0" cy="0"/>
          <a:chOff x="0" y="0"/>
          <a:chExt cx="0" cy="0"/>
        </a:xfrm>
      </p:grpSpPr>
      <p:sp>
        <p:nvSpPr>
          <p:cNvPr id="112" name="Google Shape;112;p27">
            <a:extLst>
              <a:ext uri="{FF2B5EF4-FFF2-40B4-BE49-F238E27FC236}">
                <a16:creationId xmlns:a16="http://schemas.microsoft.com/office/drawing/2014/main" id="{85AA6906-35CA-4050-B4A9-2B15DA9AC94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113" name="Google Shape;113;p27">
            <a:extLst>
              <a:ext uri="{FF2B5EF4-FFF2-40B4-BE49-F238E27FC236}">
                <a16:creationId xmlns:a16="http://schemas.microsoft.com/office/drawing/2014/main" id="{3CA7D86E-8710-4B74-99C3-7FAC141EFCC8}"/>
              </a:ext>
            </a:extLst>
          </p:cNvPr>
          <p:cNvSpPr>
            <a:spLocks noGrp="1"/>
          </p:cNvSpPr>
          <p:nvPr>
            <p:ph type="title"/>
          </p:nvPr>
        </p:nvSpPr>
        <p:spPr>
          <a:xfrm>
            <a:off x="447450" y="204325"/>
            <a:ext cx="8249100" cy="933000"/>
          </a:xfrm>
          <a:prstGeom prst="rect">
            <a:avLst/>
          </a:prstGeom>
        </p:spPr>
        <p:txBody>
          <a:bodyPr spcFirstLastPara="1" wrap="square" lIns="91425" tIns="91425" rIns="91425" bIns="91425" anchor="ctr">
            <a:noAutofit/>
          </a:bodyPr>
          <a:lstStyle>
            <a:lvl1pPr>
              <a:spcBef>
                <a:spcPts val="0"/>
              </a:spcBef>
              <a:spcAft>
                <a:spcPts val="0"/>
              </a:spcAft>
              <a:buNone/>
              <a:defRPr sz="2400">
                <a:solidFill>
                  <a:schemeClr val="lt1"/>
                </a:solidFill>
              </a:defRPr>
            </a:lvl1pPr>
            <a:lvl2pPr>
              <a:spcBef>
                <a:spcPts val="0"/>
              </a:spcBef>
              <a:spcAft>
                <a:spcPts val="0"/>
              </a:spcAft>
              <a:buNone/>
              <a:defRPr>
                <a:solidFill>
                  <a:schemeClr val="lt1"/>
                </a:solidFill>
              </a:defRPr>
            </a:lvl2pPr>
            <a:lvl3pPr>
              <a:spcBef>
                <a:spcPts val="0"/>
              </a:spcBef>
              <a:spcAft>
                <a:spcPts val="0"/>
              </a:spcAft>
              <a:buNone/>
              <a:defRPr>
                <a:solidFill>
                  <a:schemeClr val="lt1"/>
                </a:solidFill>
              </a:defRPr>
            </a:lvl3pPr>
            <a:lvl4pPr>
              <a:spcBef>
                <a:spcPts val="0"/>
              </a:spcBef>
              <a:spcAft>
                <a:spcPts val="0"/>
              </a:spcAft>
              <a:buNone/>
              <a:defRPr>
                <a:solidFill>
                  <a:schemeClr val="lt1"/>
                </a:solidFill>
              </a:defRPr>
            </a:lvl4pPr>
            <a:lvl5pPr>
              <a:spcBef>
                <a:spcPts val="0"/>
              </a:spcBef>
              <a:spcAft>
                <a:spcPts val="0"/>
              </a:spcAft>
              <a:buNone/>
              <a:defRPr>
                <a:solidFill>
                  <a:schemeClr val="lt1"/>
                </a:solidFill>
              </a:defRPr>
            </a:lvl5pPr>
            <a:lvl6pPr>
              <a:spcBef>
                <a:spcPts val="0"/>
              </a:spcBef>
              <a:spcAft>
                <a:spcPts val="0"/>
              </a:spcAft>
              <a:buNone/>
              <a:defRPr>
                <a:solidFill>
                  <a:schemeClr val="lt1"/>
                </a:solidFill>
              </a:defRPr>
            </a:lvl6pPr>
            <a:lvl7pPr>
              <a:spcBef>
                <a:spcPts val="0"/>
              </a:spcBef>
              <a:spcAft>
                <a:spcPts val="0"/>
              </a:spcAft>
              <a:buNone/>
              <a:defRPr>
                <a:solidFill>
                  <a:schemeClr val="lt1"/>
                </a:solidFill>
              </a:defRPr>
            </a:lvl7pPr>
            <a:lvl8pPr>
              <a:spcBef>
                <a:spcPts val="0"/>
              </a:spcBef>
              <a:spcAft>
                <a:spcPts val="0"/>
              </a:spcAft>
              <a:buNone/>
              <a:defRPr>
                <a:solidFill>
                  <a:schemeClr val="lt1"/>
                </a:solidFill>
              </a:defRPr>
            </a:lvl8pPr>
            <a:lvl9pPr>
              <a:spcBef>
                <a:spcPts val="0"/>
              </a:spcBef>
              <a:spcAft>
                <a:spcPts val="0"/>
              </a:spcAft>
              <a:buNone/>
              <a:defRPr>
                <a:solidFill>
                  <a:schemeClr val="lt1"/>
                </a:solidFill>
              </a:defRPr>
            </a:lvl9pPr>
          </a:lstStyle>
          <a:p>
            <a:endParaRPr/>
          </a:p>
        </p:txBody>
      </p:sp>
      <p:sp>
        <p:nvSpPr>
          <p:cNvPr id="114" name="Google Shape;114;p27">
            <a:extLst>
              <a:ext uri="{FF2B5EF4-FFF2-40B4-BE49-F238E27FC236}">
                <a16:creationId xmlns:a16="http://schemas.microsoft.com/office/drawing/2014/main" id="{02B9F89A-6EEB-4085-ABCA-951E2E2F7B38}"/>
              </a:ext>
            </a:extLst>
          </p:cNvPr>
          <p:cNvSpPr>
            <a:spLocks noGrp="1"/>
          </p:cNvSpPr>
          <p:nvPr>
            <p:ph type="body" idx="1"/>
          </p:nvPr>
        </p:nvSpPr>
        <p:spPr>
          <a:xfrm>
            <a:off x="447450" y="1589275"/>
            <a:ext cx="8249100" cy="3208800"/>
          </a:xfrm>
          <a:prstGeom prst="rect">
            <a:avLst/>
          </a:prstGeom>
        </p:spPr>
        <p:txBody>
          <a:bodyPr spcFirstLastPara="1" wrap="square" lIns="91425" tIns="91425" rIns="91425" bIns="91425" anchor="t">
            <a:noAutofit/>
          </a:bodyPr>
          <a:lstStyle>
            <a:lvl1pPr marL="457200" indent="-336550">
              <a:lnSpc>
                <a:spcPct val="115000"/>
              </a:lnSpc>
              <a:spcBef>
                <a:spcPts val="0"/>
              </a:spcBef>
              <a:spcAft>
                <a:spcPts val="0"/>
              </a:spcAft>
              <a:buChar char="●"/>
              <a:defRPr sz="1200">
                <a:solidFill>
                  <a:schemeClr val="dk2"/>
                </a:solidFill>
                <a:latin typeface="Source Code Pro"/>
                <a:ea typeface="Source Code Pro"/>
                <a:cs typeface="Source Code Pro"/>
              </a:defRPr>
            </a:lvl1pPr>
            <a:lvl2pPr marL="914400" indent="-336550">
              <a:lnSpc>
                <a:spcPct val="115000"/>
              </a:lnSpc>
              <a:spcBef>
                <a:spcPts val="0"/>
              </a:spcBef>
              <a:spcAft>
                <a:spcPts val="0"/>
              </a:spcAft>
              <a:buChar char="○"/>
              <a:defRPr sz="1200">
                <a:solidFill>
                  <a:schemeClr val="dk2"/>
                </a:solidFill>
                <a:latin typeface="Source Code Pro"/>
                <a:ea typeface="Source Code Pro"/>
                <a:cs typeface="Source Code Pro"/>
              </a:defRPr>
            </a:lvl2pPr>
            <a:lvl3pPr marL="1371600" indent="-336550">
              <a:lnSpc>
                <a:spcPct val="115000"/>
              </a:lnSpc>
              <a:spcBef>
                <a:spcPts val="0"/>
              </a:spcBef>
              <a:spcAft>
                <a:spcPts val="0"/>
              </a:spcAft>
              <a:buChar char="■"/>
              <a:defRPr sz="1200">
                <a:solidFill>
                  <a:schemeClr val="dk2"/>
                </a:solidFill>
                <a:latin typeface="Source Code Pro"/>
                <a:ea typeface="Source Code Pro"/>
                <a:cs typeface="Source Code Pro"/>
              </a:defRPr>
            </a:lvl3pPr>
            <a:lvl4pPr marL="1828800" indent="-336550">
              <a:lnSpc>
                <a:spcPct val="115000"/>
              </a:lnSpc>
              <a:spcBef>
                <a:spcPts val="0"/>
              </a:spcBef>
              <a:spcAft>
                <a:spcPts val="0"/>
              </a:spcAft>
              <a:buChar char="●"/>
              <a:defRPr sz="1200">
                <a:solidFill>
                  <a:schemeClr val="dk2"/>
                </a:solidFill>
                <a:latin typeface="Source Code Pro"/>
                <a:ea typeface="Source Code Pro"/>
                <a:cs typeface="Source Code Pro"/>
              </a:defRPr>
            </a:lvl4pPr>
            <a:lvl5pPr marL="2286000" indent="-336550">
              <a:lnSpc>
                <a:spcPct val="115000"/>
              </a:lnSpc>
              <a:spcBef>
                <a:spcPts val="0"/>
              </a:spcBef>
              <a:spcAft>
                <a:spcPts val="0"/>
              </a:spcAft>
              <a:buChar char="○"/>
              <a:defRPr sz="1200">
                <a:solidFill>
                  <a:schemeClr val="dk2"/>
                </a:solidFill>
                <a:latin typeface="Source Code Pro"/>
                <a:ea typeface="Source Code Pro"/>
                <a:cs typeface="Source Code Pro"/>
              </a:defRPr>
            </a:lvl5pPr>
            <a:lvl6pPr marL="2743200" indent="-336550">
              <a:lnSpc>
                <a:spcPct val="115000"/>
              </a:lnSpc>
              <a:spcBef>
                <a:spcPts val="0"/>
              </a:spcBef>
              <a:spcAft>
                <a:spcPts val="0"/>
              </a:spcAft>
              <a:buChar char="■"/>
              <a:defRPr sz="1200">
                <a:solidFill>
                  <a:schemeClr val="dk2"/>
                </a:solidFill>
                <a:latin typeface="Source Code Pro"/>
                <a:ea typeface="Source Code Pro"/>
                <a:cs typeface="Source Code Pro"/>
              </a:defRPr>
            </a:lvl6pPr>
            <a:lvl7pPr marL="3200400" indent="-336550">
              <a:lnSpc>
                <a:spcPct val="115000"/>
              </a:lnSpc>
              <a:spcBef>
                <a:spcPts val="0"/>
              </a:spcBef>
              <a:spcAft>
                <a:spcPts val="0"/>
              </a:spcAft>
              <a:buChar char="●"/>
              <a:defRPr sz="1200">
                <a:solidFill>
                  <a:schemeClr val="dk2"/>
                </a:solidFill>
                <a:latin typeface="Source Code Pro"/>
                <a:ea typeface="Source Code Pro"/>
                <a:cs typeface="Source Code Pro"/>
              </a:defRPr>
            </a:lvl7pPr>
            <a:lvl8pPr marL="3657600" indent="-336550">
              <a:lnSpc>
                <a:spcPct val="115000"/>
              </a:lnSpc>
              <a:spcBef>
                <a:spcPts val="0"/>
              </a:spcBef>
              <a:spcAft>
                <a:spcPts val="0"/>
              </a:spcAft>
              <a:buChar char="○"/>
              <a:defRPr sz="1200">
                <a:solidFill>
                  <a:schemeClr val="dk2"/>
                </a:solidFill>
                <a:latin typeface="Source Code Pro"/>
                <a:ea typeface="Source Code Pro"/>
                <a:cs typeface="Source Code Pro"/>
              </a:defRPr>
            </a:lvl8pPr>
            <a:lvl9pPr marL="4114800" indent="-336550">
              <a:lnSpc>
                <a:spcPct val="115000"/>
              </a:lnSpc>
              <a:spcBef>
                <a:spcPts val="0"/>
              </a:spcBef>
              <a:spcAft>
                <a:spcPts val="0"/>
              </a:spcAft>
              <a:buChar char="■"/>
              <a:defRPr sz="1200">
                <a:solidFill>
                  <a:schemeClr val="dk2"/>
                </a:solidFill>
                <a:latin typeface="Source Code Pro"/>
                <a:ea typeface="Source Code Pro"/>
                <a:cs typeface="Source Code Pr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_1_2">
    <p:bg>
      <p:bgPr>
        <a:solidFill>
          <a:schemeClr val="dk1"/>
        </a:solidFill>
        <a:effectLst/>
      </p:bgPr>
    </p:bg>
    <p:spTree>
      <p:nvGrpSpPr>
        <p:cNvPr id="1" name=""/>
        <p:cNvGrpSpPr/>
        <p:nvPr/>
      </p:nvGrpSpPr>
      <p:grpSpPr>
        <a:xfrm>
          <a:off x="0" y="0"/>
          <a:ext cx="0" cy="0"/>
          <a:chOff x="0" y="0"/>
          <a:chExt cx="0" cy="0"/>
        </a:xfrm>
      </p:grpSpPr>
      <p:sp>
        <p:nvSpPr>
          <p:cNvPr id="107" name="Google Shape;107;p26">
            <a:extLst>
              <a:ext uri="{FF2B5EF4-FFF2-40B4-BE49-F238E27FC236}">
                <a16:creationId xmlns:a16="http://schemas.microsoft.com/office/drawing/2014/main" id="{705A8F0C-51CC-47BD-B875-467C15457B9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108" name="Google Shape;108;p26">
            <a:extLst>
              <a:ext uri="{FF2B5EF4-FFF2-40B4-BE49-F238E27FC236}">
                <a16:creationId xmlns:a16="http://schemas.microsoft.com/office/drawing/2014/main" id="{258BEBDC-F6C0-4750-A9C2-B17BEEA1063E}"/>
              </a:ext>
            </a:extLst>
          </p:cNvPr>
          <p:cNvSpPr>
            <a:spLocks noGrp="1"/>
          </p:cNvSpPr>
          <p:nvPr>
            <p:ph type="title"/>
          </p:nvPr>
        </p:nvSpPr>
        <p:spPr>
          <a:xfrm>
            <a:off x="611775" y="975650"/>
            <a:ext cx="7136700" cy="2995200"/>
          </a:xfrm>
          <a:prstGeom prst="rect">
            <a:avLst/>
          </a:prstGeom>
        </p:spPr>
        <p:txBody>
          <a:bodyPr spcFirstLastPara="1" wrap="square" lIns="91425" tIns="91425" rIns="91425" bIns="91425" anchor="ctr">
            <a:noAutofit/>
          </a:bodyPr>
          <a:lstStyle>
            <a:lvl1pPr>
              <a:spcBef>
                <a:spcPts val="0"/>
              </a:spcBef>
              <a:spcAft>
                <a:spcPts val="0"/>
              </a:spcAft>
              <a:buNone/>
              <a:defRPr b="0">
                <a:solidFill>
                  <a:schemeClr val="lt1"/>
                </a:solidFill>
              </a:defRPr>
            </a:lvl1pPr>
            <a:lvl2pPr>
              <a:spcBef>
                <a:spcPts val="0"/>
              </a:spcBef>
              <a:spcAft>
                <a:spcPts val="0"/>
              </a:spcAft>
              <a:buNone/>
              <a:defRPr>
                <a:solidFill>
                  <a:schemeClr val="lt1"/>
                </a:solidFill>
              </a:defRPr>
            </a:lvl2pPr>
            <a:lvl3pPr>
              <a:spcBef>
                <a:spcPts val="0"/>
              </a:spcBef>
              <a:spcAft>
                <a:spcPts val="0"/>
              </a:spcAft>
              <a:buNone/>
              <a:defRPr>
                <a:solidFill>
                  <a:schemeClr val="lt1"/>
                </a:solidFill>
              </a:defRPr>
            </a:lvl3pPr>
            <a:lvl4pPr>
              <a:spcBef>
                <a:spcPts val="0"/>
              </a:spcBef>
              <a:spcAft>
                <a:spcPts val="0"/>
              </a:spcAft>
              <a:buNone/>
              <a:defRPr>
                <a:solidFill>
                  <a:schemeClr val="lt1"/>
                </a:solidFill>
              </a:defRPr>
            </a:lvl4pPr>
            <a:lvl5pPr>
              <a:spcBef>
                <a:spcPts val="0"/>
              </a:spcBef>
              <a:spcAft>
                <a:spcPts val="0"/>
              </a:spcAft>
              <a:buNone/>
              <a:defRPr>
                <a:solidFill>
                  <a:schemeClr val="lt1"/>
                </a:solidFill>
              </a:defRPr>
            </a:lvl5pPr>
            <a:lvl6pPr>
              <a:spcBef>
                <a:spcPts val="0"/>
              </a:spcBef>
              <a:spcAft>
                <a:spcPts val="0"/>
              </a:spcAft>
              <a:buNone/>
              <a:defRPr>
                <a:solidFill>
                  <a:schemeClr val="lt1"/>
                </a:solidFill>
              </a:defRPr>
            </a:lvl6pPr>
            <a:lvl7pPr>
              <a:spcBef>
                <a:spcPts val="0"/>
              </a:spcBef>
              <a:spcAft>
                <a:spcPts val="0"/>
              </a:spcAft>
              <a:buNone/>
              <a:defRPr>
                <a:solidFill>
                  <a:schemeClr val="lt1"/>
                </a:solidFill>
              </a:defRPr>
            </a:lvl7pPr>
            <a:lvl8pPr>
              <a:spcBef>
                <a:spcPts val="0"/>
              </a:spcBef>
              <a:spcAft>
                <a:spcPts val="0"/>
              </a:spcAft>
              <a:buNone/>
              <a:defRPr>
                <a:solidFill>
                  <a:schemeClr val="lt1"/>
                </a:solidFill>
              </a:defRPr>
            </a:lvl8pPr>
            <a:lvl9pPr>
              <a:spcBef>
                <a:spcPts val="0"/>
              </a:spcBef>
              <a:spcAft>
                <a:spcPts val="0"/>
              </a:spcAft>
              <a:buNone/>
              <a:defRPr>
                <a:solidFill>
                  <a:schemeClr val="lt1"/>
                </a:solidFill>
              </a:defRPr>
            </a:lvl9pPr>
          </a:lstStyle>
          <a:p>
            <a:endParaRPr/>
          </a:p>
        </p:txBody>
      </p:sp>
      <p:sp>
        <p:nvSpPr>
          <p:cNvPr id="109" name="Google Shape;109;p26">
            <a:extLst>
              <a:ext uri="{FF2B5EF4-FFF2-40B4-BE49-F238E27FC236}">
                <a16:creationId xmlns:a16="http://schemas.microsoft.com/office/drawing/2014/main" id="{6F1D9CBD-BCBE-4392-BE4A-8CE9F8E56FBC}"/>
              </a:ext>
            </a:extLst>
          </p:cNvPr>
          <p:cNvSpPr>
            <a:spLocks noGrp="1"/>
          </p:cNvSpPr>
          <p:nvPr>
            <p:ph type="body" idx="1"/>
          </p:nvPr>
        </p:nvSpPr>
        <p:spPr>
          <a:xfrm>
            <a:off x="611775" y="4140900"/>
            <a:ext cx="7136700" cy="694800"/>
          </a:xfrm>
          <a:prstGeom prst="rect">
            <a:avLst/>
          </a:prstGeom>
        </p:spPr>
        <p:txBody>
          <a:bodyPr spcFirstLastPara="1" wrap="square" lIns="91425" tIns="91425" rIns="91425" bIns="91425" anchor="t">
            <a:noAutofit/>
          </a:bodyPr>
          <a:lstStyle>
            <a:lvl1pPr marL="457200" indent="-355600">
              <a:lnSpc>
                <a:spcPct val="115000"/>
              </a:lnSpc>
              <a:spcBef>
                <a:spcPts val="0"/>
              </a:spcBef>
              <a:spcAft>
                <a:spcPts val="0"/>
              </a:spcAft>
              <a:buChar char="●"/>
              <a:defRPr sz="1500">
                <a:solidFill>
                  <a:schemeClr val="dk2"/>
                </a:solidFill>
              </a:defRPr>
            </a:lvl1pPr>
            <a:lvl2pPr marL="914400" indent="-355600">
              <a:lnSpc>
                <a:spcPct val="115000"/>
              </a:lnSpc>
              <a:spcBef>
                <a:spcPts val="0"/>
              </a:spcBef>
              <a:spcAft>
                <a:spcPts val="0"/>
              </a:spcAft>
              <a:buChar char="○"/>
              <a:defRPr sz="1500">
                <a:solidFill>
                  <a:schemeClr val="dk2"/>
                </a:solidFill>
              </a:defRPr>
            </a:lvl2pPr>
            <a:lvl3pPr marL="1371600" indent="-355600">
              <a:lnSpc>
                <a:spcPct val="115000"/>
              </a:lnSpc>
              <a:spcBef>
                <a:spcPts val="0"/>
              </a:spcBef>
              <a:spcAft>
                <a:spcPts val="0"/>
              </a:spcAft>
              <a:buChar char="■"/>
              <a:defRPr sz="1500">
                <a:solidFill>
                  <a:schemeClr val="dk2"/>
                </a:solidFill>
              </a:defRPr>
            </a:lvl3pPr>
            <a:lvl4pPr marL="1828800" indent="-355600">
              <a:lnSpc>
                <a:spcPct val="115000"/>
              </a:lnSpc>
              <a:spcBef>
                <a:spcPts val="0"/>
              </a:spcBef>
              <a:spcAft>
                <a:spcPts val="0"/>
              </a:spcAft>
              <a:buChar char="●"/>
              <a:defRPr sz="1500">
                <a:solidFill>
                  <a:schemeClr val="dk2"/>
                </a:solidFill>
              </a:defRPr>
            </a:lvl4pPr>
            <a:lvl5pPr marL="2286000" indent="-355600">
              <a:lnSpc>
                <a:spcPct val="115000"/>
              </a:lnSpc>
              <a:spcBef>
                <a:spcPts val="0"/>
              </a:spcBef>
              <a:spcAft>
                <a:spcPts val="0"/>
              </a:spcAft>
              <a:buChar char="○"/>
              <a:defRPr sz="1500">
                <a:solidFill>
                  <a:schemeClr val="dk2"/>
                </a:solidFill>
              </a:defRPr>
            </a:lvl5pPr>
            <a:lvl6pPr marL="2743200" indent="-355600">
              <a:lnSpc>
                <a:spcPct val="115000"/>
              </a:lnSpc>
              <a:spcBef>
                <a:spcPts val="0"/>
              </a:spcBef>
              <a:spcAft>
                <a:spcPts val="0"/>
              </a:spcAft>
              <a:buChar char="■"/>
              <a:defRPr sz="1500">
                <a:solidFill>
                  <a:schemeClr val="dk2"/>
                </a:solidFill>
              </a:defRPr>
            </a:lvl6pPr>
            <a:lvl7pPr marL="3200400" indent="-355600">
              <a:lnSpc>
                <a:spcPct val="115000"/>
              </a:lnSpc>
              <a:spcBef>
                <a:spcPts val="0"/>
              </a:spcBef>
              <a:spcAft>
                <a:spcPts val="0"/>
              </a:spcAft>
              <a:buChar char="●"/>
              <a:defRPr sz="1500">
                <a:solidFill>
                  <a:schemeClr val="dk2"/>
                </a:solidFill>
              </a:defRPr>
            </a:lvl7pPr>
            <a:lvl8pPr marL="3657600" indent="-355600">
              <a:lnSpc>
                <a:spcPct val="115000"/>
              </a:lnSpc>
              <a:spcBef>
                <a:spcPts val="0"/>
              </a:spcBef>
              <a:spcAft>
                <a:spcPts val="0"/>
              </a:spcAft>
              <a:buChar char="○"/>
              <a:defRPr sz="1500">
                <a:solidFill>
                  <a:schemeClr val="dk2"/>
                </a:solidFill>
              </a:defRPr>
            </a:lvl8pPr>
            <a:lvl9pPr marL="4114800" indent="-355600">
              <a:lnSpc>
                <a:spcPct val="115000"/>
              </a:lnSpc>
              <a:spcBef>
                <a:spcPts val="0"/>
              </a:spcBef>
              <a:spcAft>
                <a:spcPts val="0"/>
              </a:spcAft>
              <a:buChar char="■"/>
              <a:defRPr sz="1500">
                <a:solidFill>
                  <a:schemeClr val="dk2"/>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LANK_2">
    <p:bg>
      <p:bgPr>
        <a:solidFill>
          <a:schemeClr val="dk1"/>
        </a:solidFill>
        <a:effectLst/>
      </p:bgPr>
    </p:bg>
    <p:spTree>
      <p:nvGrpSpPr>
        <p:cNvPr id="1" name=""/>
        <p:cNvGrpSpPr/>
        <p:nvPr/>
      </p:nvGrpSpPr>
      <p:grpSpPr>
        <a:xfrm>
          <a:off x="0" y="0"/>
          <a:ext cx="0" cy="0"/>
          <a:chOff x="0" y="0"/>
          <a:chExt cx="0" cy="0"/>
        </a:xfrm>
      </p:grpSpPr>
      <p:sp>
        <p:nvSpPr>
          <p:cNvPr id="122" name="Google Shape;122;p29">
            <a:extLst>
              <a:ext uri="{FF2B5EF4-FFF2-40B4-BE49-F238E27FC236}">
                <a16:creationId xmlns:a16="http://schemas.microsoft.com/office/drawing/2014/main" id="{B08419AF-779A-4354-BB8F-039ED9B49F8E}"/>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_1_1_1">
    <p:bg>
      <p:bgPr>
        <a:solidFill>
          <a:schemeClr val="dk1"/>
        </a:solidFill>
        <a:effectLst/>
      </p:bgPr>
    </p:bg>
    <p:spTree>
      <p:nvGrpSpPr>
        <p:cNvPr id="1" name=""/>
        <p:cNvGrpSpPr/>
        <p:nvPr/>
      </p:nvGrpSpPr>
      <p:grpSpPr>
        <a:xfrm>
          <a:off x="0" y="0"/>
          <a:ext cx="0" cy="0"/>
          <a:chOff x="0" y="0"/>
          <a:chExt cx="0" cy="0"/>
        </a:xfrm>
      </p:grpSpPr>
      <p:sp>
        <p:nvSpPr>
          <p:cNvPr id="117" name="Google Shape;117;p28">
            <a:extLst>
              <a:ext uri="{FF2B5EF4-FFF2-40B4-BE49-F238E27FC236}">
                <a16:creationId xmlns:a16="http://schemas.microsoft.com/office/drawing/2014/main" id="{F1C18FCE-5382-4E89-81EE-A7C52C4BAC5C}"/>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118" name="Google Shape;118;p28">
            <a:extLst>
              <a:ext uri="{FF2B5EF4-FFF2-40B4-BE49-F238E27FC236}">
                <a16:creationId xmlns:a16="http://schemas.microsoft.com/office/drawing/2014/main" id="{64E1820F-6C85-4B06-A947-705FA0FDFAC5}"/>
              </a:ext>
            </a:extLst>
          </p:cNvPr>
          <p:cNvSpPr>
            <a:spLocks noGrp="1"/>
          </p:cNvSpPr>
          <p:nvPr>
            <p:ph type="title"/>
          </p:nvPr>
        </p:nvSpPr>
        <p:spPr>
          <a:xfrm>
            <a:off x="458075" y="370000"/>
            <a:ext cx="2959800" cy="1938000"/>
          </a:xfrm>
          <a:prstGeom prst="rect">
            <a:avLst/>
          </a:prstGeom>
        </p:spPr>
        <p:txBody>
          <a:bodyPr spcFirstLastPara="1" wrap="square" lIns="91425" tIns="91425" rIns="91425" bIns="91425" anchor="b">
            <a:noAutofit/>
          </a:bodyPr>
          <a:lstStyle>
            <a:lvl1pPr>
              <a:spcBef>
                <a:spcPts val="0"/>
              </a:spcBef>
              <a:spcAft>
                <a:spcPts val="0"/>
              </a:spcAft>
              <a:buNone/>
              <a:defRPr sz="2400">
                <a:solidFill>
                  <a:schemeClr val="lt1"/>
                </a:solidFill>
              </a:defRPr>
            </a:lvl1pPr>
            <a:lvl2pPr>
              <a:spcBef>
                <a:spcPts val="0"/>
              </a:spcBef>
              <a:spcAft>
                <a:spcPts val="0"/>
              </a:spcAft>
              <a:buNone/>
              <a:defRPr sz="2400">
                <a:solidFill>
                  <a:schemeClr val="dk2"/>
                </a:solidFill>
              </a:defRPr>
            </a:lvl2pPr>
            <a:lvl3pPr>
              <a:spcBef>
                <a:spcPts val="0"/>
              </a:spcBef>
              <a:spcAft>
                <a:spcPts val="0"/>
              </a:spcAft>
              <a:buNone/>
              <a:defRPr sz="2400">
                <a:solidFill>
                  <a:schemeClr val="dk2"/>
                </a:solidFill>
              </a:defRPr>
            </a:lvl3pPr>
            <a:lvl4pPr>
              <a:spcBef>
                <a:spcPts val="0"/>
              </a:spcBef>
              <a:spcAft>
                <a:spcPts val="0"/>
              </a:spcAft>
              <a:buNone/>
              <a:defRPr sz="2400">
                <a:solidFill>
                  <a:schemeClr val="dk2"/>
                </a:solidFill>
              </a:defRPr>
            </a:lvl4pPr>
            <a:lvl5pPr>
              <a:spcBef>
                <a:spcPts val="0"/>
              </a:spcBef>
              <a:spcAft>
                <a:spcPts val="0"/>
              </a:spcAft>
              <a:buNone/>
              <a:defRPr sz="2400">
                <a:solidFill>
                  <a:schemeClr val="dk2"/>
                </a:solidFill>
              </a:defRPr>
            </a:lvl5pPr>
            <a:lvl6pPr>
              <a:spcBef>
                <a:spcPts val="0"/>
              </a:spcBef>
              <a:spcAft>
                <a:spcPts val="0"/>
              </a:spcAft>
              <a:buNone/>
              <a:defRPr sz="2400">
                <a:solidFill>
                  <a:schemeClr val="dk2"/>
                </a:solidFill>
              </a:defRPr>
            </a:lvl6pPr>
            <a:lvl7pPr>
              <a:spcBef>
                <a:spcPts val="0"/>
              </a:spcBef>
              <a:spcAft>
                <a:spcPts val="0"/>
              </a:spcAft>
              <a:buNone/>
              <a:defRPr sz="2400">
                <a:solidFill>
                  <a:schemeClr val="dk2"/>
                </a:solidFill>
              </a:defRPr>
            </a:lvl7pPr>
            <a:lvl8pPr>
              <a:spcBef>
                <a:spcPts val="0"/>
              </a:spcBef>
              <a:spcAft>
                <a:spcPts val="0"/>
              </a:spcAft>
              <a:buNone/>
              <a:defRPr sz="2400">
                <a:solidFill>
                  <a:schemeClr val="dk2"/>
                </a:solidFill>
              </a:defRPr>
            </a:lvl8pPr>
            <a:lvl9pPr>
              <a:spcBef>
                <a:spcPts val="0"/>
              </a:spcBef>
              <a:spcAft>
                <a:spcPts val="0"/>
              </a:spcAft>
              <a:buNone/>
              <a:defRPr sz="2400">
                <a:solidFill>
                  <a:schemeClr val="dk2"/>
                </a:solidFill>
              </a:defRPr>
            </a:lvl9pPr>
          </a:lstStyle>
          <a:p>
            <a:endParaRPr/>
          </a:p>
        </p:txBody>
      </p:sp>
      <p:sp>
        <p:nvSpPr>
          <p:cNvPr id="119" name="Google Shape;119;p28">
            <a:extLst>
              <a:ext uri="{FF2B5EF4-FFF2-40B4-BE49-F238E27FC236}">
                <a16:creationId xmlns:a16="http://schemas.microsoft.com/office/drawing/2014/main" id="{CA6BB953-95F8-4471-998D-CF28A0C94D54}"/>
              </a:ext>
            </a:extLst>
          </p:cNvPr>
          <p:cNvSpPr>
            <a:spLocks noGrp="1"/>
          </p:cNvSpPr>
          <p:nvPr>
            <p:ph type="body" idx="1"/>
          </p:nvPr>
        </p:nvSpPr>
        <p:spPr>
          <a:xfrm>
            <a:off x="4210825" y="370000"/>
            <a:ext cx="4598400" cy="4293300"/>
          </a:xfrm>
          <a:prstGeom prst="rect">
            <a:avLst/>
          </a:prstGeom>
        </p:spPr>
        <p:txBody>
          <a:bodyPr spcFirstLastPara="1" wrap="square" lIns="91425" tIns="91425" rIns="91425" bIns="91425" anchor="t">
            <a:noAutofit/>
          </a:bodyPr>
          <a:lstStyle>
            <a:lvl1pPr marL="457200" indent="-336550">
              <a:lnSpc>
                <a:spcPct val="115000"/>
              </a:lnSpc>
              <a:spcBef>
                <a:spcPts val="0"/>
              </a:spcBef>
              <a:spcAft>
                <a:spcPts val="0"/>
              </a:spcAft>
              <a:buChar char="●"/>
              <a:defRPr sz="1200">
                <a:solidFill>
                  <a:schemeClr val="dk2"/>
                </a:solidFill>
                <a:latin typeface="Source Code Pro"/>
                <a:ea typeface="Source Code Pro"/>
                <a:cs typeface="Source Code Pro"/>
              </a:defRPr>
            </a:lvl1pPr>
            <a:lvl2pPr marL="914400" indent="-336550">
              <a:lnSpc>
                <a:spcPct val="115000"/>
              </a:lnSpc>
              <a:spcBef>
                <a:spcPts val="0"/>
              </a:spcBef>
              <a:spcAft>
                <a:spcPts val="0"/>
              </a:spcAft>
              <a:buChar char="○"/>
              <a:defRPr sz="1200">
                <a:solidFill>
                  <a:schemeClr val="dk2"/>
                </a:solidFill>
                <a:latin typeface="Source Code Pro"/>
                <a:ea typeface="Source Code Pro"/>
                <a:cs typeface="Source Code Pro"/>
              </a:defRPr>
            </a:lvl2pPr>
            <a:lvl3pPr marL="1371600" indent="-336550">
              <a:lnSpc>
                <a:spcPct val="115000"/>
              </a:lnSpc>
              <a:spcBef>
                <a:spcPts val="0"/>
              </a:spcBef>
              <a:spcAft>
                <a:spcPts val="0"/>
              </a:spcAft>
              <a:buChar char="■"/>
              <a:defRPr sz="1200">
                <a:solidFill>
                  <a:schemeClr val="dk2"/>
                </a:solidFill>
                <a:latin typeface="Source Code Pro"/>
                <a:ea typeface="Source Code Pro"/>
                <a:cs typeface="Source Code Pro"/>
              </a:defRPr>
            </a:lvl3pPr>
            <a:lvl4pPr marL="1828800" indent="-336550">
              <a:lnSpc>
                <a:spcPct val="115000"/>
              </a:lnSpc>
              <a:spcBef>
                <a:spcPts val="0"/>
              </a:spcBef>
              <a:spcAft>
                <a:spcPts val="0"/>
              </a:spcAft>
              <a:buChar char="●"/>
              <a:defRPr sz="1200">
                <a:solidFill>
                  <a:schemeClr val="dk2"/>
                </a:solidFill>
                <a:latin typeface="Source Code Pro"/>
                <a:ea typeface="Source Code Pro"/>
                <a:cs typeface="Source Code Pro"/>
              </a:defRPr>
            </a:lvl4pPr>
            <a:lvl5pPr marL="2286000" indent="-336550">
              <a:lnSpc>
                <a:spcPct val="115000"/>
              </a:lnSpc>
              <a:spcBef>
                <a:spcPts val="0"/>
              </a:spcBef>
              <a:spcAft>
                <a:spcPts val="0"/>
              </a:spcAft>
              <a:buChar char="○"/>
              <a:defRPr sz="1200">
                <a:solidFill>
                  <a:schemeClr val="dk2"/>
                </a:solidFill>
                <a:latin typeface="Source Code Pro"/>
                <a:ea typeface="Source Code Pro"/>
                <a:cs typeface="Source Code Pro"/>
              </a:defRPr>
            </a:lvl5pPr>
            <a:lvl6pPr marL="2743200" indent="-336550">
              <a:lnSpc>
                <a:spcPct val="115000"/>
              </a:lnSpc>
              <a:spcBef>
                <a:spcPts val="0"/>
              </a:spcBef>
              <a:spcAft>
                <a:spcPts val="0"/>
              </a:spcAft>
              <a:buChar char="■"/>
              <a:defRPr sz="1200">
                <a:solidFill>
                  <a:schemeClr val="dk2"/>
                </a:solidFill>
                <a:latin typeface="Source Code Pro"/>
                <a:ea typeface="Source Code Pro"/>
                <a:cs typeface="Source Code Pro"/>
              </a:defRPr>
            </a:lvl6pPr>
            <a:lvl7pPr marL="3200400" indent="-336550">
              <a:lnSpc>
                <a:spcPct val="115000"/>
              </a:lnSpc>
              <a:spcBef>
                <a:spcPts val="0"/>
              </a:spcBef>
              <a:spcAft>
                <a:spcPts val="0"/>
              </a:spcAft>
              <a:buChar char="●"/>
              <a:defRPr sz="1200">
                <a:solidFill>
                  <a:schemeClr val="dk2"/>
                </a:solidFill>
                <a:latin typeface="Source Code Pro"/>
                <a:ea typeface="Source Code Pro"/>
                <a:cs typeface="Source Code Pro"/>
              </a:defRPr>
            </a:lvl7pPr>
            <a:lvl8pPr marL="3657600" indent="-336550">
              <a:lnSpc>
                <a:spcPct val="115000"/>
              </a:lnSpc>
              <a:spcBef>
                <a:spcPts val="0"/>
              </a:spcBef>
              <a:spcAft>
                <a:spcPts val="0"/>
              </a:spcAft>
              <a:buChar char="○"/>
              <a:defRPr sz="1200">
                <a:solidFill>
                  <a:schemeClr val="dk2"/>
                </a:solidFill>
                <a:latin typeface="Source Code Pro"/>
                <a:ea typeface="Source Code Pro"/>
                <a:cs typeface="Source Code Pro"/>
              </a:defRPr>
            </a:lvl8pPr>
            <a:lvl9pPr marL="4114800" indent="-336550">
              <a:lnSpc>
                <a:spcPct val="115000"/>
              </a:lnSpc>
              <a:spcBef>
                <a:spcPts val="0"/>
              </a:spcBef>
              <a:spcAft>
                <a:spcPts val="0"/>
              </a:spcAft>
              <a:buChar char="■"/>
              <a:defRPr sz="1200">
                <a:solidFill>
                  <a:schemeClr val="dk2"/>
                </a:solidFill>
                <a:latin typeface="Source Code Pro"/>
                <a:ea typeface="Source Code Pro"/>
                <a:cs typeface="Source Code Pro"/>
              </a:defRPr>
            </a:lvl9pPr>
          </a:lstStyle>
          <a:p>
            <a:endParaRPr/>
          </a:p>
        </p:txBody>
      </p:sp>
      <p:sp>
        <p:nvSpPr>
          <p:cNvPr id="120" name="Google Shape;120;p28">
            <a:extLst>
              <a:ext uri="{FF2B5EF4-FFF2-40B4-BE49-F238E27FC236}">
                <a16:creationId xmlns:a16="http://schemas.microsoft.com/office/drawing/2014/main" id="{AA93483F-77A0-476A-8F2E-15C97AAF2A21}"/>
              </a:ext>
            </a:extLst>
          </p:cNvPr>
          <p:cNvSpPr>
            <a:spLocks noGrp="1"/>
          </p:cNvSpPr>
          <p:nvPr>
            <p:ph type="subTitle" idx="2"/>
          </p:nvPr>
        </p:nvSpPr>
        <p:spPr>
          <a:xfrm>
            <a:off x="458200" y="2554675"/>
            <a:ext cx="2959800" cy="2108700"/>
          </a:xfrm>
          <a:prstGeom prst="rect">
            <a:avLst/>
          </a:prstGeom>
        </p:spPr>
        <p:txBody>
          <a:bodyPr spcFirstLastPara="1" wrap="square" lIns="91425" tIns="91425" rIns="91425" bIns="91425" anchor="t">
            <a:noAutofit/>
          </a:bodyPr>
          <a:lstStyle>
            <a:lvl1pPr>
              <a:spcBef>
                <a:spcPts val="0"/>
              </a:spcBef>
              <a:spcAft>
                <a:spcPts val="0"/>
              </a:spcAft>
              <a:buNone/>
              <a:defRPr sz="1700">
                <a:solidFill>
                  <a:schemeClr val="dk2"/>
                </a:solidFill>
              </a:defRPr>
            </a:lvl1pPr>
            <a:lvl2pPr>
              <a:spcBef>
                <a:spcPts val="1600"/>
              </a:spcBef>
              <a:spcAft>
                <a:spcPts val="0"/>
              </a:spcAft>
              <a:buNone/>
              <a:defRPr sz="1700">
                <a:solidFill>
                  <a:schemeClr val="dk2"/>
                </a:solidFill>
              </a:defRPr>
            </a:lvl2pPr>
            <a:lvl3pPr>
              <a:spcBef>
                <a:spcPts val="1600"/>
              </a:spcBef>
              <a:spcAft>
                <a:spcPts val="0"/>
              </a:spcAft>
              <a:buNone/>
              <a:defRPr sz="1700">
                <a:solidFill>
                  <a:schemeClr val="dk2"/>
                </a:solidFill>
              </a:defRPr>
            </a:lvl3pPr>
            <a:lvl4pPr>
              <a:spcBef>
                <a:spcPts val="1600"/>
              </a:spcBef>
              <a:spcAft>
                <a:spcPts val="0"/>
              </a:spcAft>
              <a:buNone/>
              <a:defRPr sz="1700">
                <a:solidFill>
                  <a:schemeClr val="dk2"/>
                </a:solidFill>
              </a:defRPr>
            </a:lvl4pPr>
            <a:lvl5pPr>
              <a:spcBef>
                <a:spcPts val="1600"/>
              </a:spcBef>
              <a:spcAft>
                <a:spcPts val="0"/>
              </a:spcAft>
              <a:buNone/>
              <a:defRPr sz="1700">
                <a:solidFill>
                  <a:schemeClr val="dk2"/>
                </a:solidFill>
              </a:defRPr>
            </a:lvl5pPr>
            <a:lvl6pPr>
              <a:spcBef>
                <a:spcPts val="1600"/>
              </a:spcBef>
              <a:spcAft>
                <a:spcPts val="0"/>
              </a:spcAft>
              <a:buNone/>
              <a:defRPr sz="1700">
                <a:solidFill>
                  <a:schemeClr val="dk2"/>
                </a:solidFill>
              </a:defRPr>
            </a:lvl6pPr>
            <a:lvl7pPr>
              <a:spcBef>
                <a:spcPts val="1600"/>
              </a:spcBef>
              <a:spcAft>
                <a:spcPts val="0"/>
              </a:spcAft>
              <a:buNone/>
              <a:defRPr sz="1700">
                <a:solidFill>
                  <a:schemeClr val="dk2"/>
                </a:solidFill>
              </a:defRPr>
            </a:lvl7pPr>
            <a:lvl8pPr>
              <a:spcBef>
                <a:spcPts val="1600"/>
              </a:spcBef>
              <a:spcAft>
                <a:spcPts val="0"/>
              </a:spcAft>
              <a:buNone/>
              <a:defRPr sz="1700">
                <a:solidFill>
                  <a:schemeClr val="dk2"/>
                </a:solidFill>
              </a:defRPr>
            </a:lvl8pPr>
            <a:lvl9pPr>
              <a:spcBef>
                <a:spcPts val="1600"/>
              </a:spcBef>
              <a:spcAft>
                <a:spcPts val="1600"/>
              </a:spcAft>
              <a:buNone/>
              <a:defRPr sz="1700">
                <a:solidFill>
                  <a:schemeClr val="dk2"/>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27" name="Google Shape;27;p6">
            <a:extLst>
              <a:ext uri="{FF2B5EF4-FFF2-40B4-BE49-F238E27FC236}">
                <a16:creationId xmlns:a16="http://schemas.microsoft.com/office/drawing/2014/main" id="{163347FC-748A-45AD-9271-E73834804D37}"/>
              </a:ext>
            </a:extLst>
          </p:cNvPr>
          <p:cNvSpPr>
            <a:spLocks noGrp="1"/>
          </p:cNvSpPr>
          <p:nvPr>
            <p:ph type="title"/>
          </p:nvPr>
        </p:nvSpPr>
        <p:spPr>
          <a:xfrm>
            <a:off x="551100" y="445025"/>
            <a:ext cx="8041800" cy="4013400"/>
          </a:xfrm>
          <a:prstGeom prst="rect">
            <a:avLst/>
          </a:prstGeom>
        </p:spPr>
        <p:txBody>
          <a:bodyPr spcFirstLastPara="1" wrap="square" lIns="91425" tIns="91425" rIns="91425" bIns="91425" anchor="ctr">
            <a:noAutofit/>
          </a:bodyPr>
          <a:lstStyle>
            <a:lvl1pPr>
              <a:spcBef>
                <a:spcPts val="0"/>
              </a:spcBef>
              <a:spcAft>
                <a:spcPts val="0"/>
              </a:spcAft>
              <a:buNone/>
              <a:defRPr sz="4800"/>
            </a:lvl1pPr>
            <a:lvl2pPr>
              <a:spcBef>
                <a:spcPts val="0"/>
              </a:spcBef>
              <a:spcAft>
                <a:spcPts val="0"/>
              </a:spcAft>
              <a:buNone/>
              <a:defRPr sz="4800"/>
            </a:lvl2pPr>
            <a:lvl3pPr>
              <a:spcBef>
                <a:spcPts val="0"/>
              </a:spcBef>
              <a:spcAft>
                <a:spcPts val="0"/>
              </a:spcAft>
              <a:buNone/>
              <a:defRPr sz="4800"/>
            </a:lvl3pPr>
            <a:lvl4pPr>
              <a:spcBef>
                <a:spcPts val="0"/>
              </a:spcBef>
              <a:spcAft>
                <a:spcPts val="0"/>
              </a:spcAft>
              <a:buNone/>
              <a:defRPr sz="4800"/>
            </a:lvl4pPr>
            <a:lvl5pPr>
              <a:spcBef>
                <a:spcPts val="0"/>
              </a:spcBef>
              <a:spcAft>
                <a:spcPts val="0"/>
              </a:spcAft>
              <a:buNone/>
              <a:defRPr sz="4800"/>
            </a:lvl5pPr>
            <a:lvl6pPr>
              <a:spcBef>
                <a:spcPts val="0"/>
              </a:spcBef>
              <a:spcAft>
                <a:spcPts val="0"/>
              </a:spcAft>
              <a:buNone/>
              <a:defRPr sz="4800"/>
            </a:lvl6pPr>
            <a:lvl7pPr>
              <a:spcBef>
                <a:spcPts val="0"/>
              </a:spcBef>
              <a:spcAft>
                <a:spcPts val="0"/>
              </a:spcAft>
              <a:buNone/>
              <a:defRPr sz="4800"/>
            </a:lvl7pPr>
            <a:lvl8pPr>
              <a:spcBef>
                <a:spcPts val="0"/>
              </a:spcBef>
              <a:spcAft>
                <a:spcPts val="0"/>
              </a:spcAft>
              <a:buNone/>
              <a:defRPr sz="4800"/>
            </a:lvl8pPr>
            <a:lvl9pPr>
              <a:spcBef>
                <a:spcPts val="0"/>
              </a:spcBef>
              <a:spcAft>
                <a:spcPts val="0"/>
              </a:spcAft>
              <a:buNone/>
              <a:defRPr sz="4800"/>
            </a:lvl9pPr>
          </a:lstStyle>
          <a:p>
            <a:endParaRPr/>
          </a:p>
        </p:txBody>
      </p:sp>
      <p:sp>
        <p:nvSpPr>
          <p:cNvPr id="28" name="Google Shape;28;p6">
            <a:extLst>
              <a:ext uri="{FF2B5EF4-FFF2-40B4-BE49-F238E27FC236}">
                <a16:creationId xmlns:a16="http://schemas.microsoft.com/office/drawing/2014/main" id="{C8B6E460-6C58-4030-B58D-B906BDD834D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ONE_COLUMN_TEXT">
    <p:spTree>
      <p:nvGrpSpPr>
        <p:cNvPr id="1" name=""/>
        <p:cNvGrpSpPr/>
        <p:nvPr/>
      </p:nvGrpSpPr>
      <p:grpSpPr>
        <a:xfrm>
          <a:off x="0" y="0"/>
          <a:ext cx="0" cy="0"/>
          <a:chOff x="0" y="0"/>
          <a:chExt cx="0" cy="0"/>
        </a:xfrm>
      </p:grpSpPr>
      <p:sp>
        <p:nvSpPr>
          <p:cNvPr id="30" name="Google Shape;30;p7">
            <a:extLst>
              <a:ext uri="{FF2B5EF4-FFF2-40B4-BE49-F238E27FC236}">
                <a16:creationId xmlns:a16="http://schemas.microsoft.com/office/drawing/2014/main" id="{0B7F0D97-6B61-439E-AF9D-D41C20E11AF5}"/>
              </a:ext>
            </a:extLst>
          </p:cNvPr>
          <p:cNvSpPr>
            <a:spLocks noGrp="1"/>
          </p:cNvSpPr>
          <p:nvPr>
            <p:ph type="title"/>
          </p:nvPr>
        </p:nvSpPr>
        <p:spPr>
          <a:xfrm>
            <a:off x="4857050" y="442450"/>
            <a:ext cx="3880200" cy="1440900"/>
          </a:xfrm>
          <a:prstGeom prst="rect">
            <a:avLst/>
          </a:prstGeom>
        </p:spPr>
        <p:txBody>
          <a:bodyPr spcFirstLastPara="1" wrap="square" lIns="91425" tIns="91425" rIns="91425" bIns="91425" anchor="ctr">
            <a:noAutofit/>
          </a:bodyPr>
          <a:lstStyle>
            <a:lvl1pPr>
              <a:lnSpc>
                <a:spcPct val="100000"/>
              </a:lnSpc>
              <a:spcBef>
                <a:spcPts val="0"/>
              </a:spcBef>
              <a:spcAft>
                <a:spcPts val="0"/>
              </a:spcAft>
              <a:buNone/>
              <a:defRPr/>
            </a:lvl1pPr>
            <a:lvl2pPr>
              <a:lnSpc>
                <a:spcPct val="100000"/>
              </a:lnSpc>
              <a:spcBef>
                <a:spcPts val="0"/>
              </a:spcBef>
              <a:spcAft>
                <a:spcPts val="0"/>
              </a:spcAft>
              <a:buNone/>
              <a:defRPr/>
            </a:lvl2pPr>
            <a:lvl3pPr>
              <a:lnSpc>
                <a:spcPct val="100000"/>
              </a:lnSpc>
              <a:spcBef>
                <a:spcPts val="0"/>
              </a:spcBef>
              <a:spcAft>
                <a:spcPts val="0"/>
              </a:spcAft>
              <a:buNone/>
              <a:defRPr/>
            </a:lvl3pPr>
            <a:lvl4pPr>
              <a:lnSpc>
                <a:spcPct val="100000"/>
              </a:lnSpc>
              <a:spcBef>
                <a:spcPts val="0"/>
              </a:spcBef>
              <a:spcAft>
                <a:spcPts val="0"/>
              </a:spcAft>
              <a:buNone/>
              <a:defRPr/>
            </a:lvl4pPr>
            <a:lvl5pPr>
              <a:lnSpc>
                <a:spcPct val="100000"/>
              </a:lnSpc>
              <a:spcBef>
                <a:spcPts val="0"/>
              </a:spcBef>
              <a:spcAft>
                <a:spcPts val="0"/>
              </a:spcAft>
              <a:buNone/>
              <a:defRPr/>
            </a:lvl5pPr>
            <a:lvl6pPr>
              <a:lnSpc>
                <a:spcPct val="100000"/>
              </a:lnSpc>
              <a:spcBef>
                <a:spcPts val="0"/>
              </a:spcBef>
              <a:spcAft>
                <a:spcPts val="0"/>
              </a:spcAft>
              <a:buNone/>
              <a:defRPr/>
            </a:lvl6pPr>
            <a:lvl7pPr>
              <a:lnSpc>
                <a:spcPct val="100000"/>
              </a:lnSpc>
              <a:spcBef>
                <a:spcPts val="0"/>
              </a:spcBef>
              <a:spcAft>
                <a:spcPts val="0"/>
              </a:spcAft>
              <a:buNone/>
              <a:defRPr/>
            </a:lvl7pPr>
            <a:lvl8pPr>
              <a:lnSpc>
                <a:spcPct val="100000"/>
              </a:lnSpc>
              <a:spcBef>
                <a:spcPts val="0"/>
              </a:spcBef>
              <a:spcAft>
                <a:spcPts val="0"/>
              </a:spcAft>
              <a:buNone/>
              <a:defRPr/>
            </a:lvl8pPr>
            <a:lvl9pPr>
              <a:lnSpc>
                <a:spcPct val="100000"/>
              </a:lnSpc>
              <a:spcBef>
                <a:spcPts val="0"/>
              </a:spcBef>
              <a:spcAft>
                <a:spcPts val="0"/>
              </a:spcAft>
              <a:buNone/>
              <a:defRPr/>
            </a:lvl9pPr>
          </a:lstStyle>
          <a:p>
            <a:endParaRPr/>
          </a:p>
        </p:txBody>
      </p:sp>
      <p:sp>
        <p:nvSpPr>
          <p:cNvPr id="31" name="Google Shape;31;p7">
            <a:extLst>
              <a:ext uri="{FF2B5EF4-FFF2-40B4-BE49-F238E27FC236}">
                <a16:creationId xmlns:a16="http://schemas.microsoft.com/office/drawing/2014/main" id="{BB9B79AF-5C35-4638-8ACB-26BAD01849D1}"/>
              </a:ext>
            </a:extLst>
          </p:cNvPr>
          <p:cNvSpPr>
            <a:spLocks noGrp="1"/>
          </p:cNvSpPr>
          <p:nvPr>
            <p:ph type="body" idx="1"/>
          </p:nvPr>
        </p:nvSpPr>
        <p:spPr>
          <a:xfrm>
            <a:off x="4857050" y="1996700"/>
            <a:ext cx="3880200" cy="28362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lvl1pPr>
            <a:lvl2pPr marL="914400" indent="-336550">
              <a:spcBef>
                <a:spcPts val="1600"/>
              </a:spcBef>
              <a:spcAft>
                <a:spcPts val="0"/>
              </a:spcAft>
              <a:buChar char="○"/>
              <a:defRPr sz="1700"/>
            </a:lvl2pPr>
            <a:lvl3pPr marL="1371600" indent="-336550">
              <a:spcBef>
                <a:spcPts val="1600"/>
              </a:spcBef>
              <a:spcAft>
                <a:spcPts val="0"/>
              </a:spcAft>
              <a:buChar char="■"/>
              <a:defRPr sz="1700"/>
            </a:lvl3pPr>
            <a:lvl4pPr marL="1828800" indent="-336550">
              <a:spcBef>
                <a:spcPts val="1600"/>
              </a:spcBef>
              <a:spcAft>
                <a:spcPts val="0"/>
              </a:spcAft>
              <a:buChar char="●"/>
              <a:defRPr sz="1700"/>
            </a:lvl4pPr>
            <a:lvl5pPr marL="2286000" indent="-336550">
              <a:spcBef>
                <a:spcPts val="1600"/>
              </a:spcBef>
              <a:spcAft>
                <a:spcPts val="0"/>
              </a:spcAft>
              <a:buChar char="○"/>
              <a:defRPr sz="1700"/>
            </a:lvl5pPr>
            <a:lvl6pPr marL="2743200" indent="-336550">
              <a:spcBef>
                <a:spcPts val="1600"/>
              </a:spcBef>
              <a:spcAft>
                <a:spcPts val="0"/>
              </a:spcAft>
              <a:buChar char="■"/>
              <a:defRPr sz="1700"/>
            </a:lvl6pPr>
            <a:lvl7pPr marL="3200400" indent="-336550">
              <a:spcBef>
                <a:spcPts val="1600"/>
              </a:spcBef>
              <a:spcAft>
                <a:spcPts val="0"/>
              </a:spcAft>
              <a:buChar char="●"/>
              <a:defRPr sz="1700"/>
            </a:lvl7pPr>
            <a:lvl8pPr marL="3657600" indent="-336550">
              <a:spcBef>
                <a:spcPts val="1600"/>
              </a:spcBef>
              <a:spcAft>
                <a:spcPts val="0"/>
              </a:spcAft>
              <a:buChar char="○"/>
              <a:defRPr sz="1700"/>
            </a:lvl8pPr>
            <a:lvl9pPr marL="4114800" indent="-336550">
              <a:spcBef>
                <a:spcPts val="1600"/>
              </a:spcBef>
              <a:spcAft>
                <a:spcPts val="1600"/>
              </a:spcAft>
              <a:buChar char="■"/>
              <a:defRPr sz="1700"/>
            </a:lvl9pPr>
          </a:lstStyle>
          <a:p>
            <a:endParaRPr/>
          </a:p>
        </p:txBody>
      </p:sp>
      <p:sp>
        <p:nvSpPr>
          <p:cNvPr id="32" name="Google Shape;32;p7">
            <a:extLst>
              <a:ext uri="{FF2B5EF4-FFF2-40B4-BE49-F238E27FC236}">
                <a16:creationId xmlns:a16="http://schemas.microsoft.com/office/drawing/2014/main" id="{638DB892-9209-45B9-899B-BF42DC498253}"/>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MAIN_POINT">
    <p:spTree>
      <p:nvGrpSpPr>
        <p:cNvPr id="1" name=""/>
        <p:cNvGrpSpPr/>
        <p:nvPr/>
      </p:nvGrpSpPr>
      <p:grpSpPr>
        <a:xfrm>
          <a:off x="0" y="0"/>
          <a:ext cx="0" cy="0"/>
          <a:chOff x="0" y="0"/>
          <a:chExt cx="0" cy="0"/>
        </a:xfrm>
      </p:grpSpPr>
      <p:sp>
        <p:nvSpPr>
          <p:cNvPr id="34" name="Google Shape;34;p8">
            <a:extLst>
              <a:ext uri="{FF2B5EF4-FFF2-40B4-BE49-F238E27FC236}">
                <a16:creationId xmlns:a16="http://schemas.microsoft.com/office/drawing/2014/main" id="{86A09C6A-C4C7-4C42-8A62-AD940958291C}"/>
              </a:ext>
            </a:extLst>
          </p:cNvPr>
          <p:cNvSpPr>
            <a:spLocks noGrp="1"/>
          </p:cNvSpPr>
          <p:nvPr>
            <p:ph type="title"/>
          </p:nvPr>
        </p:nvSpPr>
        <p:spPr>
          <a:xfrm>
            <a:off x="609196" y="907600"/>
            <a:ext cx="7062300" cy="3755700"/>
          </a:xfrm>
          <a:prstGeom prst="rect">
            <a:avLst/>
          </a:prstGeom>
        </p:spPr>
        <p:txBody>
          <a:bodyPr spcFirstLastPara="1" wrap="square" lIns="91425" tIns="91425" rIns="91425" bIns="91425" anchor="ctr">
            <a:noAutofit/>
          </a:bodyPr>
          <a:lstStyle>
            <a:lvl1pPr>
              <a:spcBef>
                <a:spcPts val="0"/>
              </a:spcBef>
              <a:spcAft>
                <a:spcPts val="0"/>
              </a:spcAft>
              <a:buNone/>
              <a:defRPr sz="4800"/>
            </a:lvl1pPr>
            <a:lvl2pPr>
              <a:spcBef>
                <a:spcPts val="0"/>
              </a:spcBef>
              <a:spcAft>
                <a:spcPts val="0"/>
              </a:spcAft>
              <a:buNone/>
              <a:defRPr sz="4800"/>
            </a:lvl2pPr>
            <a:lvl3pPr>
              <a:spcBef>
                <a:spcPts val="0"/>
              </a:spcBef>
              <a:spcAft>
                <a:spcPts val="0"/>
              </a:spcAft>
              <a:buNone/>
              <a:defRPr sz="4800"/>
            </a:lvl3pPr>
            <a:lvl4pPr>
              <a:spcBef>
                <a:spcPts val="0"/>
              </a:spcBef>
              <a:spcAft>
                <a:spcPts val="0"/>
              </a:spcAft>
              <a:buNone/>
              <a:defRPr sz="4800"/>
            </a:lvl4pPr>
            <a:lvl5pPr>
              <a:spcBef>
                <a:spcPts val="0"/>
              </a:spcBef>
              <a:spcAft>
                <a:spcPts val="0"/>
              </a:spcAft>
              <a:buNone/>
              <a:defRPr sz="4800"/>
            </a:lvl5pPr>
            <a:lvl6pPr>
              <a:spcBef>
                <a:spcPts val="0"/>
              </a:spcBef>
              <a:spcAft>
                <a:spcPts val="0"/>
              </a:spcAft>
              <a:buNone/>
              <a:defRPr sz="4800"/>
            </a:lvl6pPr>
            <a:lvl7pPr>
              <a:spcBef>
                <a:spcPts val="0"/>
              </a:spcBef>
              <a:spcAft>
                <a:spcPts val="0"/>
              </a:spcAft>
              <a:buNone/>
              <a:defRPr sz="4800"/>
            </a:lvl7pPr>
            <a:lvl8pPr>
              <a:spcBef>
                <a:spcPts val="0"/>
              </a:spcBef>
              <a:spcAft>
                <a:spcPts val="0"/>
              </a:spcAft>
              <a:buNone/>
              <a:defRPr sz="4800"/>
            </a:lvl8pPr>
            <a:lvl9pPr>
              <a:spcBef>
                <a:spcPts val="0"/>
              </a:spcBef>
              <a:spcAft>
                <a:spcPts val="0"/>
              </a:spcAft>
              <a:buNone/>
              <a:defRPr sz="4800"/>
            </a:lvl9pPr>
          </a:lstStyle>
          <a:p>
            <a:endParaRPr/>
          </a:p>
        </p:txBody>
      </p:sp>
      <p:sp>
        <p:nvSpPr>
          <p:cNvPr id="35" name="Google Shape;35;p8">
            <a:extLst>
              <a:ext uri="{FF2B5EF4-FFF2-40B4-BE49-F238E27FC236}">
                <a16:creationId xmlns:a16="http://schemas.microsoft.com/office/drawing/2014/main" id="{9044F748-D064-4C03-BFD3-1E22AC0DA299}"/>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36" name="Google Shape;36;p8">
            <a:extLst>
              <a:ext uri="{FF2B5EF4-FFF2-40B4-BE49-F238E27FC236}">
                <a16:creationId xmlns:a16="http://schemas.microsoft.com/office/drawing/2014/main" id="{2F018D9A-9DA6-417F-9487-A2C4488F14AC}"/>
              </a:ext>
            </a:extLst>
          </p:cNvPr>
          <p:cNvSpPr>
            <a:spLocks noGrp="1"/>
          </p:cNvSpPr>
          <p:nvPr>
            <p:ph type="subTitle" idx="1"/>
          </p:nvPr>
        </p:nvSpPr>
        <p:spPr>
          <a:xfrm>
            <a:off x="609200" y="397075"/>
            <a:ext cx="7038000" cy="393600"/>
          </a:xfrm>
          <a:prstGeom prst="rect">
            <a:avLst/>
          </a:prstGeom>
        </p:spPr>
        <p:txBody>
          <a:bodyPr spcFirstLastPara="1" wrap="square" lIns="91425" tIns="91425" rIns="91425" bIns="91425" anchor="t">
            <a:noAutofit/>
          </a:bodyPr>
          <a:lstStyle>
            <a:lvl1pPr>
              <a:spcBef>
                <a:spcPts val="0"/>
              </a:spcBef>
              <a:spcAft>
                <a:spcPts val="0"/>
              </a:spcAft>
              <a:buNone/>
              <a:defRPr sz="1400">
                <a:solidFill>
                  <a:schemeClr val="accent1"/>
                </a:solidFill>
              </a:defRPr>
            </a:lvl1pPr>
            <a:lvl2pPr>
              <a:spcBef>
                <a:spcPts val="1600"/>
              </a:spcBef>
              <a:spcAft>
                <a:spcPts val="0"/>
              </a:spcAft>
              <a:buNone/>
              <a:defRPr sz="1400"/>
            </a:lvl2pPr>
            <a:lvl3pPr>
              <a:spcBef>
                <a:spcPts val="1600"/>
              </a:spcBef>
              <a:spcAft>
                <a:spcPts val="0"/>
              </a:spcAft>
              <a:buNone/>
              <a:defRPr sz="1400"/>
            </a:lvl3pPr>
            <a:lvl4pPr>
              <a:spcBef>
                <a:spcPts val="1600"/>
              </a:spcBef>
              <a:spcAft>
                <a:spcPts val="0"/>
              </a:spcAft>
              <a:buNone/>
              <a:defRPr sz="1400"/>
            </a:lvl4pPr>
            <a:lvl5pPr>
              <a:spcBef>
                <a:spcPts val="1600"/>
              </a:spcBef>
              <a:spcAft>
                <a:spcPts val="0"/>
              </a:spcAft>
              <a:buNone/>
              <a:defRPr sz="1400"/>
            </a:lvl5pPr>
            <a:lvl6pPr>
              <a:spcBef>
                <a:spcPts val="1600"/>
              </a:spcBef>
              <a:spcAft>
                <a:spcPts val="0"/>
              </a:spcAft>
              <a:buNone/>
              <a:defRPr sz="1400"/>
            </a:lvl6pPr>
            <a:lvl7pPr>
              <a:spcBef>
                <a:spcPts val="1600"/>
              </a:spcBef>
              <a:spcAft>
                <a:spcPts val="0"/>
              </a:spcAft>
              <a:buNone/>
              <a:defRPr sz="1400"/>
            </a:lvl7pPr>
            <a:lvl8pPr>
              <a:spcBef>
                <a:spcPts val="1600"/>
              </a:spcBef>
              <a:spcAft>
                <a:spcPts val="0"/>
              </a:spcAft>
              <a:buNone/>
              <a:defRPr sz="1400"/>
            </a:lvl8pPr>
            <a:lvl9pPr>
              <a:spcBef>
                <a:spcPts val="1600"/>
              </a:spcBef>
              <a:spcAft>
                <a:spcPts val="1600"/>
              </a:spcAft>
              <a:buNone/>
              <a:defRPr sz="14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ECTION_TITLE_AND_DESCRIPTION">
    <p:spTree>
      <p:nvGrpSpPr>
        <p:cNvPr id="1" name=""/>
        <p:cNvGrpSpPr/>
        <p:nvPr/>
      </p:nvGrpSpPr>
      <p:grpSpPr>
        <a:xfrm>
          <a:off x="0" y="0"/>
          <a:ext cx="0" cy="0"/>
          <a:chOff x="0" y="0"/>
          <a:chExt cx="0" cy="0"/>
        </a:xfrm>
      </p:grpSpPr>
      <p:sp>
        <p:nvSpPr>
          <p:cNvPr id="38" name="Google Shape;38;p9">
            <a:extLst>
              <a:ext uri="{FF2B5EF4-FFF2-40B4-BE49-F238E27FC236}">
                <a16:creationId xmlns:a16="http://schemas.microsoft.com/office/drawing/2014/main" id="{8840B18B-6907-441E-A5D5-274271B55815}"/>
              </a:ext>
            </a:extLst>
          </p:cNvPr>
          <p:cNvSpPr>
            <a:spLocks noGrp="1"/>
          </p:cNvSpPr>
          <p:nvPr>
            <p:ph type="title"/>
          </p:nvPr>
        </p:nvSpPr>
        <p:spPr>
          <a:xfrm>
            <a:off x="336900" y="1049500"/>
            <a:ext cx="3902400" cy="3204300"/>
          </a:xfrm>
          <a:prstGeom prst="rect">
            <a:avLst/>
          </a:prstGeom>
        </p:spPr>
        <p:txBody>
          <a:bodyPr spcFirstLastPara="1" wrap="square" lIns="91425" tIns="91425" rIns="91425" bIns="91425" anchor="ctr">
            <a:noAutofit/>
          </a:bodyPr>
          <a:lstStyle>
            <a:lvl1pPr>
              <a:spcBef>
                <a:spcPts val="0"/>
              </a:spcBef>
              <a:spcAft>
                <a:spcPts val="0"/>
              </a:spcAft>
              <a:buNone/>
              <a:defRPr/>
            </a:lvl1pPr>
            <a:lvl2pPr>
              <a:spcBef>
                <a:spcPts val="0"/>
              </a:spcBef>
              <a:spcAft>
                <a:spcPts val="0"/>
              </a:spcAft>
              <a:buNone/>
              <a:defRPr sz="4200"/>
            </a:lvl2pPr>
            <a:lvl3pPr>
              <a:spcBef>
                <a:spcPts val="0"/>
              </a:spcBef>
              <a:spcAft>
                <a:spcPts val="0"/>
              </a:spcAft>
              <a:buNone/>
              <a:defRPr sz="4200"/>
            </a:lvl3pPr>
            <a:lvl4pPr>
              <a:spcBef>
                <a:spcPts val="0"/>
              </a:spcBef>
              <a:spcAft>
                <a:spcPts val="0"/>
              </a:spcAft>
              <a:buNone/>
              <a:defRPr sz="4200"/>
            </a:lvl4pPr>
            <a:lvl5pPr>
              <a:spcBef>
                <a:spcPts val="0"/>
              </a:spcBef>
              <a:spcAft>
                <a:spcPts val="0"/>
              </a:spcAft>
              <a:buNone/>
              <a:defRPr sz="4200"/>
            </a:lvl5pPr>
            <a:lvl6pPr>
              <a:spcBef>
                <a:spcPts val="0"/>
              </a:spcBef>
              <a:spcAft>
                <a:spcPts val="0"/>
              </a:spcAft>
              <a:buNone/>
              <a:defRPr sz="4200"/>
            </a:lvl6pPr>
            <a:lvl7pPr>
              <a:spcBef>
                <a:spcPts val="0"/>
              </a:spcBef>
              <a:spcAft>
                <a:spcPts val="0"/>
              </a:spcAft>
              <a:buNone/>
              <a:defRPr sz="4200"/>
            </a:lvl7pPr>
            <a:lvl8pPr>
              <a:spcBef>
                <a:spcPts val="0"/>
              </a:spcBef>
              <a:spcAft>
                <a:spcPts val="0"/>
              </a:spcAft>
              <a:buNone/>
              <a:defRPr sz="4200"/>
            </a:lvl8pPr>
            <a:lvl9pPr>
              <a:spcBef>
                <a:spcPts val="0"/>
              </a:spcBef>
              <a:spcAft>
                <a:spcPts val="0"/>
              </a:spcAft>
              <a:buNone/>
              <a:defRPr sz="4200"/>
            </a:lvl9pPr>
          </a:lstStyle>
          <a:p>
            <a:endParaRPr/>
          </a:p>
        </p:txBody>
      </p:sp>
      <p:sp>
        <p:nvSpPr>
          <p:cNvPr id="39" name="Google Shape;39;p9">
            <a:extLst>
              <a:ext uri="{FF2B5EF4-FFF2-40B4-BE49-F238E27FC236}">
                <a16:creationId xmlns:a16="http://schemas.microsoft.com/office/drawing/2014/main" id="{62F0570D-D818-42DB-BA09-F0C1A365548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40" name="Google Shape;40;p9">
            <a:extLst>
              <a:ext uri="{FF2B5EF4-FFF2-40B4-BE49-F238E27FC236}">
                <a16:creationId xmlns:a16="http://schemas.microsoft.com/office/drawing/2014/main" id="{8E21F3EE-A64F-4EE8-8EE6-D4EDB0EDDE3B}"/>
              </a:ext>
            </a:extLst>
          </p:cNvPr>
          <p:cNvSpPr>
            <a:spLocks noGrp="1"/>
          </p:cNvSpPr>
          <p:nvPr>
            <p:ph type="subTitle" idx="1"/>
          </p:nvPr>
        </p:nvSpPr>
        <p:spPr>
          <a:xfrm>
            <a:off x="336900" y="419750"/>
            <a:ext cx="3902400" cy="393600"/>
          </a:xfrm>
          <a:prstGeom prst="rect">
            <a:avLst/>
          </a:prstGeom>
        </p:spPr>
        <p:txBody>
          <a:bodyPr spcFirstLastPara="1" wrap="square" lIns="91425" tIns="91425" rIns="91425" bIns="91425" anchor="t">
            <a:noAutofit/>
          </a:bodyPr>
          <a:lstStyle>
            <a:lvl1pPr>
              <a:lnSpc>
                <a:spcPct val="115000"/>
              </a:lnSpc>
              <a:spcBef>
                <a:spcPts val="0"/>
              </a:spcBef>
              <a:spcAft>
                <a:spcPts val="0"/>
              </a:spcAft>
              <a:buNone/>
              <a:defRPr sz="1400">
                <a:solidFill>
                  <a:schemeClr val="accent1"/>
                </a:solidFill>
              </a:defRPr>
            </a:lvl1pPr>
            <a:lvl2pPr>
              <a:lnSpc>
                <a:spcPct val="115000"/>
              </a:lnSpc>
              <a:spcBef>
                <a:spcPts val="1600"/>
              </a:spcBef>
              <a:spcAft>
                <a:spcPts val="0"/>
              </a:spcAft>
              <a:buNone/>
              <a:defRPr sz="1400"/>
            </a:lvl2pPr>
            <a:lvl3pPr>
              <a:lnSpc>
                <a:spcPct val="115000"/>
              </a:lnSpc>
              <a:spcBef>
                <a:spcPts val="1600"/>
              </a:spcBef>
              <a:spcAft>
                <a:spcPts val="0"/>
              </a:spcAft>
              <a:buNone/>
              <a:defRPr sz="1400"/>
            </a:lvl3pPr>
            <a:lvl4pPr>
              <a:lnSpc>
                <a:spcPct val="115000"/>
              </a:lnSpc>
              <a:spcBef>
                <a:spcPts val="1600"/>
              </a:spcBef>
              <a:spcAft>
                <a:spcPts val="0"/>
              </a:spcAft>
              <a:buNone/>
              <a:defRPr sz="1400"/>
            </a:lvl4pPr>
            <a:lvl5pPr>
              <a:lnSpc>
                <a:spcPct val="115000"/>
              </a:lnSpc>
              <a:spcBef>
                <a:spcPts val="1600"/>
              </a:spcBef>
              <a:spcAft>
                <a:spcPts val="0"/>
              </a:spcAft>
              <a:buNone/>
              <a:defRPr sz="1400"/>
            </a:lvl5pPr>
            <a:lvl6pPr>
              <a:lnSpc>
                <a:spcPct val="115000"/>
              </a:lnSpc>
              <a:spcBef>
                <a:spcPts val="1600"/>
              </a:spcBef>
              <a:spcAft>
                <a:spcPts val="0"/>
              </a:spcAft>
              <a:buNone/>
              <a:defRPr sz="1400"/>
            </a:lvl6pPr>
            <a:lvl7pPr>
              <a:lnSpc>
                <a:spcPct val="115000"/>
              </a:lnSpc>
              <a:spcBef>
                <a:spcPts val="1600"/>
              </a:spcBef>
              <a:spcAft>
                <a:spcPts val="0"/>
              </a:spcAft>
              <a:buNone/>
              <a:defRPr sz="1400"/>
            </a:lvl7pPr>
            <a:lvl8pPr>
              <a:lnSpc>
                <a:spcPct val="115000"/>
              </a:lnSpc>
              <a:spcBef>
                <a:spcPts val="1600"/>
              </a:spcBef>
              <a:spcAft>
                <a:spcPts val="0"/>
              </a:spcAft>
              <a:buNone/>
              <a:defRPr sz="1400"/>
            </a:lvl8pPr>
            <a:lvl9pPr>
              <a:lnSpc>
                <a:spcPct val="115000"/>
              </a:lnSpc>
              <a:spcBef>
                <a:spcPts val="1600"/>
              </a:spcBef>
              <a:spcAft>
                <a:spcPts val="1600"/>
              </a:spcAft>
              <a:buNone/>
              <a:defRPr sz="1400"/>
            </a:lvl9pPr>
          </a:lstStyle>
          <a:p>
            <a:endParaRPr/>
          </a:p>
        </p:txBody>
      </p:sp>
      <p:sp>
        <p:nvSpPr>
          <p:cNvPr id="41" name="Google Shape;41;p9">
            <a:extLst>
              <a:ext uri="{FF2B5EF4-FFF2-40B4-BE49-F238E27FC236}">
                <a16:creationId xmlns:a16="http://schemas.microsoft.com/office/drawing/2014/main" id="{45314F5E-51A9-405F-98E0-024E18D3D825}"/>
              </a:ext>
            </a:extLst>
          </p:cNvPr>
          <p:cNvSpPr>
            <a:spLocks noGrp="1"/>
          </p:cNvSpPr>
          <p:nvPr>
            <p:ph type="body" idx="2"/>
          </p:nvPr>
        </p:nvSpPr>
        <p:spPr>
          <a:xfrm>
            <a:off x="4906800" y="419750"/>
            <a:ext cx="3902400" cy="40377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lvl1pPr>
            <a:lvl2pPr marL="914400" indent="-336550">
              <a:spcBef>
                <a:spcPts val="1600"/>
              </a:spcBef>
              <a:spcAft>
                <a:spcPts val="0"/>
              </a:spcAft>
              <a:buChar char="○"/>
              <a:defRPr sz="1700"/>
            </a:lvl2pPr>
            <a:lvl3pPr marL="1371600" indent="-336550">
              <a:spcBef>
                <a:spcPts val="1600"/>
              </a:spcBef>
              <a:spcAft>
                <a:spcPts val="0"/>
              </a:spcAft>
              <a:buChar char="■"/>
              <a:defRPr sz="1700"/>
            </a:lvl3pPr>
            <a:lvl4pPr marL="1828800" indent="-336550">
              <a:spcBef>
                <a:spcPts val="1600"/>
              </a:spcBef>
              <a:spcAft>
                <a:spcPts val="0"/>
              </a:spcAft>
              <a:buChar char="●"/>
              <a:defRPr sz="1700"/>
            </a:lvl4pPr>
            <a:lvl5pPr marL="2286000" indent="-336550">
              <a:spcBef>
                <a:spcPts val="1600"/>
              </a:spcBef>
              <a:spcAft>
                <a:spcPts val="0"/>
              </a:spcAft>
              <a:buChar char="○"/>
              <a:defRPr sz="1700"/>
            </a:lvl5pPr>
            <a:lvl6pPr marL="2743200" indent="-336550">
              <a:spcBef>
                <a:spcPts val="1600"/>
              </a:spcBef>
              <a:spcAft>
                <a:spcPts val="0"/>
              </a:spcAft>
              <a:buChar char="■"/>
              <a:defRPr sz="1700"/>
            </a:lvl6pPr>
            <a:lvl7pPr marL="3200400" indent="-336550">
              <a:spcBef>
                <a:spcPts val="1600"/>
              </a:spcBef>
              <a:spcAft>
                <a:spcPts val="0"/>
              </a:spcAft>
              <a:buChar char="●"/>
              <a:defRPr sz="1700"/>
            </a:lvl7pPr>
            <a:lvl8pPr marL="3657600" indent="-336550">
              <a:spcBef>
                <a:spcPts val="1600"/>
              </a:spcBef>
              <a:spcAft>
                <a:spcPts val="0"/>
              </a:spcAft>
              <a:buChar char="○"/>
              <a:defRPr sz="1700"/>
            </a:lvl8pPr>
            <a:lvl9pPr marL="4114800" indent="-336550">
              <a:spcBef>
                <a:spcPts val="1600"/>
              </a:spcBef>
              <a:spcAft>
                <a:spcPts val="1600"/>
              </a:spcAft>
              <a:buChar char="■"/>
              <a:defRPr sz="17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_1">
    <p:spTree>
      <p:nvGrpSpPr>
        <p:cNvPr id="1" name=""/>
        <p:cNvGrpSpPr/>
        <p:nvPr/>
      </p:nvGrpSpPr>
      <p:grpSpPr>
        <a:xfrm>
          <a:off x="0" y="0"/>
          <a:ext cx="0" cy="0"/>
          <a:chOff x="0" y="0"/>
          <a:chExt cx="0" cy="0"/>
        </a:xfrm>
      </p:grpSpPr>
      <p:sp>
        <p:nvSpPr>
          <p:cNvPr id="50" name="Google Shape;50;p12">
            <a:extLst>
              <a:ext uri="{FF2B5EF4-FFF2-40B4-BE49-F238E27FC236}">
                <a16:creationId xmlns:a16="http://schemas.microsoft.com/office/drawing/2014/main" id="{9C2AC864-FECF-4254-B0D0-97A3E1DD0B2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51" name="Google Shape;51;p12">
            <a:extLst>
              <a:ext uri="{FF2B5EF4-FFF2-40B4-BE49-F238E27FC236}">
                <a16:creationId xmlns:a16="http://schemas.microsoft.com/office/drawing/2014/main" id="{445565E1-E815-4239-A63C-EF94422ADEE3}"/>
              </a:ext>
            </a:extLst>
          </p:cNvPr>
          <p:cNvSpPr>
            <a:spLocks noGrp="1"/>
          </p:cNvSpPr>
          <p:nvPr>
            <p:ph type="title"/>
          </p:nvPr>
        </p:nvSpPr>
        <p:spPr>
          <a:xfrm>
            <a:off x="611775" y="975650"/>
            <a:ext cx="7136700" cy="2995200"/>
          </a:xfrm>
          <a:prstGeom prst="rect">
            <a:avLst/>
          </a:prstGeom>
        </p:spPr>
        <p:txBody>
          <a:bodyPr spcFirstLastPara="1" wrap="square" lIns="91425" tIns="91425" rIns="91425" bIns="91425" anchor="ctr">
            <a:noAutofit/>
          </a:bodyPr>
          <a:lstStyle>
            <a:lvl1pPr>
              <a:lnSpc>
                <a:spcPct val="115000"/>
              </a:lnSpc>
              <a:spcBef>
                <a:spcPts val="0"/>
              </a:spcBef>
              <a:spcAft>
                <a:spcPts val="0"/>
              </a:spcAft>
              <a:buNone/>
              <a:defRPr b="0"/>
            </a:lvl1pPr>
            <a:lvl2pPr>
              <a:lnSpc>
                <a:spcPct val="115000"/>
              </a:lnSpc>
              <a:spcBef>
                <a:spcPts val="0"/>
              </a:spcBef>
              <a:spcAft>
                <a:spcPts val="0"/>
              </a:spcAft>
              <a:buNone/>
              <a:defRPr/>
            </a:lvl2pPr>
            <a:lvl3pPr>
              <a:lnSpc>
                <a:spcPct val="115000"/>
              </a:lnSpc>
              <a:spcBef>
                <a:spcPts val="0"/>
              </a:spcBef>
              <a:spcAft>
                <a:spcPts val="0"/>
              </a:spcAft>
              <a:buNone/>
              <a:defRPr/>
            </a:lvl3pPr>
            <a:lvl4pPr>
              <a:lnSpc>
                <a:spcPct val="115000"/>
              </a:lnSpc>
              <a:spcBef>
                <a:spcPts val="0"/>
              </a:spcBef>
              <a:spcAft>
                <a:spcPts val="0"/>
              </a:spcAft>
              <a:buNone/>
              <a:defRPr/>
            </a:lvl4pPr>
            <a:lvl5pPr>
              <a:lnSpc>
                <a:spcPct val="115000"/>
              </a:lnSpc>
              <a:spcBef>
                <a:spcPts val="0"/>
              </a:spcBef>
              <a:spcAft>
                <a:spcPts val="0"/>
              </a:spcAft>
              <a:buNone/>
              <a:defRPr/>
            </a:lvl5pPr>
            <a:lvl6pPr>
              <a:lnSpc>
                <a:spcPct val="115000"/>
              </a:lnSpc>
              <a:spcBef>
                <a:spcPts val="0"/>
              </a:spcBef>
              <a:spcAft>
                <a:spcPts val="0"/>
              </a:spcAft>
              <a:buNone/>
              <a:defRPr/>
            </a:lvl6pPr>
            <a:lvl7pPr>
              <a:lnSpc>
                <a:spcPct val="115000"/>
              </a:lnSpc>
              <a:spcBef>
                <a:spcPts val="0"/>
              </a:spcBef>
              <a:spcAft>
                <a:spcPts val="0"/>
              </a:spcAft>
              <a:buNone/>
              <a:defRPr/>
            </a:lvl7pPr>
            <a:lvl8pPr>
              <a:lnSpc>
                <a:spcPct val="115000"/>
              </a:lnSpc>
              <a:spcBef>
                <a:spcPts val="0"/>
              </a:spcBef>
              <a:spcAft>
                <a:spcPts val="0"/>
              </a:spcAft>
              <a:buNone/>
              <a:defRPr/>
            </a:lvl8pPr>
            <a:lvl9pPr>
              <a:lnSpc>
                <a:spcPct val="115000"/>
              </a:lnSpc>
              <a:spcBef>
                <a:spcPts val="0"/>
              </a:spcBef>
              <a:spcAft>
                <a:spcPts val="0"/>
              </a:spcAft>
              <a:buNone/>
              <a:defRPr/>
            </a:lvl9pPr>
          </a:lstStyle>
          <a:p>
            <a:endParaRPr/>
          </a:p>
        </p:txBody>
      </p:sp>
      <p:sp>
        <p:nvSpPr>
          <p:cNvPr id="52" name="Google Shape;52;p12">
            <a:extLst>
              <a:ext uri="{FF2B5EF4-FFF2-40B4-BE49-F238E27FC236}">
                <a16:creationId xmlns:a16="http://schemas.microsoft.com/office/drawing/2014/main" id="{F99F7E90-57BE-4CF2-84C3-26A1141E38E5}"/>
              </a:ext>
            </a:extLst>
          </p:cNvPr>
          <p:cNvSpPr>
            <a:spLocks noGrp="1"/>
          </p:cNvSpPr>
          <p:nvPr>
            <p:ph type="body" idx="1"/>
          </p:nvPr>
        </p:nvSpPr>
        <p:spPr>
          <a:xfrm>
            <a:off x="611775" y="4140900"/>
            <a:ext cx="7136700" cy="694800"/>
          </a:xfrm>
          <a:prstGeom prst="rect">
            <a:avLst/>
          </a:prstGeom>
        </p:spPr>
        <p:txBody>
          <a:bodyPr spcFirstLastPara="1" wrap="square" lIns="91425" tIns="91425" rIns="91425" bIns="91425" anchor="t">
            <a:noAutofit/>
          </a:bodyPr>
          <a:lstStyle>
            <a:lvl1pPr marL="457200" indent="-355600">
              <a:lnSpc>
                <a:spcPct val="115000"/>
              </a:lnSpc>
              <a:spcBef>
                <a:spcPts val="0"/>
              </a:spcBef>
              <a:spcAft>
                <a:spcPts val="0"/>
              </a:spcAft>
              <a:buChar char="●"/>
              <a:defRPr sz="1500"/>
            </a:lvl1pPr>
            <a:lvl2pPr marL="914400" indent="-355600">
              <a:lnSpc>
                <a:spcPct val="115000"/>
              </a:lnSpc>
              <a:spcBef>
                <a:spcPts val="0"/>
              </a:spcBef>
              <a:spcAft>
                <a:spcPts val="0"/>
              </a:spcAft>
              <a:buChar char="○"/>
              <a:defRPr sz="1500"/>
            </a:lvl2pPr>
            <a:lvl3pPr marL="1371600" indent="-355600">
              <a:lnSpc>
                <a:spcPct val="115000"/>
              </a:lnSpc>
              <a:spcBef>
                <a:spcPts val="0"/>
              </a:spcBef>
              <a:spcAft>
                <a:spcPts val="0"/>
              </a:spcAft>
              <a:buChar char="■"/>
              <a:defRPr sz="1500"/>
            </a:lvl3pPr>
            <a:lvl4pPr marL="1828800" indent="-355600">
              <a:lnSpc>
                <a:spcPct val="115000"/>
              </a:lnSpc>
              <a:spcBef>
                <a:spcPts val="0"/>
              </a:spcBef>
              <a:spcAft>
                <a:spcPts val="0"/>
              </a:spcAft>
              <a:buChar char="●"/>
              <a:defRPr sz="1500"/>
            </a:lvl4pPr>
            <a:lvl5pPr marL="2286000" indent="-355600">
              <a:lnSpc>
                <a:spcPct val="115000"/>
              </a:lnSpc>
              <a:spcBef>
                <a:spcPts val="0"/>
              </a:spcBef>
              <a:spcAft>
                <a:spcPts val="0"/>
              </a:spcAft>
              <a:buChar char="○"/>
              <a:defRPr sz="1500"/>
            </a:lvl5pPr>
            <a:lvl6pPr marL="2743200" indent="-355600">
              <a:lnSpc>
                <a:spcPct val="115000"/>
              </a:lnSpc>
              <a:spcBef>
                <a:spcPts val="0"/>
              </a:spcBef>
              <a:spcAft>
                <a:spcPts val="0"/>
              </a:spcAft>
              <a:buChar char="■"/>
              <a:defRPr sz="1500"/>
            </a:lvl6pPr>
            <a:lvl7pPr marL="3200400" indent="-355600">
              <a:lnSpc>
                <a:spcPct val="115000"/>
              </a:lnSpc>
              <a:spcBef>
                <a:spcPts val="0"/>
              </a:spcBef>
              <a:spcAft>
                <a:spcPts val="0"/>
              </a:spcAft>
              <a:buChar char="●"/>
              <a:defRPr sz="1500"/>
            </a:lvl7pPr>
            <a:lvl8pPr marL="3657600" indent="-355600">
              <a:lnSpc>
                <a:spcPct val="115000"/>
              </a:lnSpc>
              <a:spcBef>
                <a:spcPts val="0"/>
              </a:spcBef>
              <a:spcAft>
                <a:spcPts val="0"/>
              </a:spcAft>
              <a:buChar char="○"/>
              <a:defRPr sz="1500"/>
            </a:lvl8pPr>
            <a:lvl9pPr marL="4114800" indent="-355600">
              <a:lnSpc>
                <a:spcPct val="115000"/>
              </a:lnSpc>
              <a:spcBef>
                <a:spcPts val="0"/>
              </a:spcBef>
              <a:spcAft>
                <a:spcPts val="0"/>
              </a:spcAft>
              <a:buChar char="■"/>
              <a:defRPr sz="15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IG_NUMBER">
    <p:spTree>
      <p:nvGrpSpPr>
        <p:cNvPr id="1" name=""/>
        <p:cNvGrpSpPr/>
        <p:nvPr/>
      </p:nvGrpSpPr>
      <p:grpSpPr>
        <a:xfrm>
          <a:off x="0" y="0"/>
          <a:ext cx="0" cy="0"/>
          <a:chOff x="0" y="0"/>
          <a:chExt cx="0" cy="0"/>
        </a:xfrm>
      </p:grpSpPr>
      <p:sp>
        <p:nvSpPr>
          <p:cNvPr id="46" name="Google Shape;46;p11">
            <a:extLst>
              <a:ext uri="{FF2B5EF4-FFF2-40B4-BE49-F238E27FC236}">
                <a16:creationId xmlns:a16="http://schemas.microsoft.com/office/drawing/2014/main" id="{757836AC-F154-48A1-BACA-6DC57173A105}"/>
              </a:ext>
            </a:extLst>
          </p:cNvPr>
          <p:cNvSpPr>
            <a:spLocks noGrp="1"/>
          </p:cNvSpPr>
          <p:nvPr>
            <p:ph type="title"/>
          </p:nvPr>
        </p:nvSpPr>
        <p:spPr>
          <a:xfrm>
            <a:off x="311700" y="1106125"/>
            <a:ext cx="8520600" cy="1963500"/>
          </a:xfrm>
          <a:prstGeom prst="rect">
            <a:avLst/>
          </a:prstGeom>
        </p:spPr>
        <p:txBody>
          <a:bodyPr spcFirstLastPara="1" wrap="square" lIns="91425" tIns="91425" rIns="91425" bIns="91425" anchor="b">
            <a:noAutofit/>
          </a:bodyPr>
          <a:lstStyle>
            <a:lvl1pPr algn="ctr">
              <a:spcBef>
                <a:spcPts val="0"/>
              </a:spcBef>
              <a:spcAft>
                <a:spcPts val="0"/>
              </a:spcAft>
              <a:buNone/>
              <a:defRPr sz="12000"/>
            </a:lvl1pPr>
            <a:lvl2pPr algn="ctr">
              <a:spcBef>
                <a:spcPts val="0"/>
              </a:spcBef>
              <a:spcAft>
                <a:spcPts val="0"/>
              </a:spcAft>
              <a:buNone/>
              <a:defRPr sz="12000"/>
            </a:lvl2pPr>
            <a:lvl3pPr algn="ctr">
              <a:spcBef>
                <a:spcPts val="0"/>
              </a:spcBef>
              <a:spcAft>
                <a:spcPts val="0"/>
              </a:spcAft>
              <a:buNone/>
              <a:defRPr sz="12000"/>
            </a:lvl3pPr>
            <a:lvl4pPr algn="ctr">
              <a:spcBef>
                <a:spcPts val="0"/>
              </a:spcBef>
              <a:spcAft>
                <a:spcPts val="0"/>
              </a:spcAft>
              <a:buNone/>
              <a:defRPr sz="12000"/>
            </a:lvl4pPr>
            <a:lvl5pPr algn="ctr">
              <a:spcBef>
                <a:spcPts val="0"/>
              </a:spcBef>
              <a:spcAft>
                <a:spcPts val="0"/>
              </a:spcAft>
              <a:buNone/>
              <a:defRPr sz="12000"/>
            </a:lvl5pPr>
            <a:lvl6pPr algn="ctr">
              <a:spcBef>
                <a:spcPts val="0"/>
              </a:spcBef>
              <a:spcAft>
                <a:spcPts val="0"/>
              </a:spcAft>
              <a:buNone/>
              <a:defRPr sz="12000"/>
            </a:lvl6pPr>
            <a:lvl7pPr algn="ctr">
              <a:spcBef>
                <a:spcPts val="0"/>
              </a:spcBef>
              <a:spcAft>
                <a:spcPts val="0"/>
              </a:spcAft>
              <a:buNone/>
              <a:defRPr sz="12000"/>
            </a:lvl7pPr>
            <a:lvl8pPr algn="ctr">
              <a:spcBef>
                <a:spcPts val="0"/>
              </a:spcBef>
              <a:spcAft>
                <a:spcPts val="0"/>
              </a:spcAft>
              <a:buNone/>
              <a:defRPr sz="12000"/>
            </a:lvl8pPr>
            <a:lvl9pPr algn="ctr">
              <a:spcBef>
                <a:spcPts val="0"/>
              </a:spcBef>
              <a:spcAft>
                <a:spcPts val="0"/>
              </a:spcAft>
              <a:buNone/>
              <a:defRPr sz="12000"/>
            </a:lvl9pPr>
          </a:lstStyle>
          <a:p>
            <a:endParaRPr/>
          </a:p>
        </p:txBody>
      </p:sp>
      <p:sp>
        <p:nvSpPr>
          <p:cNvPr id="47" name="Google Shape;47;p11">
            <a:extLst>
              <a:ext uri="{FF2B5EF4-FFF2-40B4-BE49-F238E27FC236}">
                <a16:creationId xmlns:a16="http://schemas.microsoft.com/office/drawing/2014/main" id="{610F402A-2FE4-4BBC-962C-3F2466B21E99}"/>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Autofit/>
          </a:bodyPr>
          <a:lstStyle>
            <a:lvl1pPr marL="457200" indent="-349250" algn="ctr">
              <a:spcBef>
                <a:spcPts val="0"/>
              </a:spcBef>
              <a:spcAft>
                <a:spcPts val="0"/>
              </a:spcAft>
              <a:buChar char="●"/>
              <a:defRPr/>
            </a:lvl1pPr>
            <a:lvl2pPr marL="914400" indent="-349250" algn="ctr">
              <a:spcBef>
                <a:spcPts val="1600"/>
              </a:spcBef>
              <a:spcAft>
                <a:spcPts val="0"/>
              </a:spcAft>
              <a:buChar char="○"/>
              <a:defRPr/>
            </a:lvl2pPr>
            <a:lvl3pPr marL="1371600" indent="-349250" algn="ctr">
              <a:spcBef>
                <a:spcPts val="1600"/>
              </a:spcBef>
              <a:spcAft>
                <a:spcPts val="0"/>
              </a:spcAft>
              <a:buChar char="■"/>
              <a:defRPr/>
            </a:lvl3pPr>
            <a:lvl4pPr marL="1828800" indent="-349250" algn="ctr">
              <a:spcBef>
                <a:spcPts val="1600"/>
              </a:spcBef>
              <a:spcAft>
                <a:spcPts val="0"/>
              </a:spcAft>
              <a:buChar char="●"/>
              <a:defRPr/>
            </a:lvl4pPr>
            <a:lvl5pPr marL="2286000" indent="-349250" algn="ctr">
              <a:spcBef>
                <a:spcPts val="1600"/>
              </a:spcBef>
              <a:spcAft>
                <a:spcPts val="0"/>
              </a:spcAft>
              <a:buChar char="○"/>
              <a:defRPr/>
            </a:lvl5pPr>
            <a:lvl6pPr marL="2743200" indent="-349250" algn="ctr">
              <a:spcBef>
                <a:spcPts val="1600"/>
              </a:spcBef>
              <a:spcAft>
                <a:spcPts val="0"/>
              </a:spcAft>
              <a:buChar char="■"/>
              <a:defRPr/>
            </a:lvl6pPr>
            <a:lvl7pPr marL="3200400" indent="-349250" algn="ctr">
              <a:spcBef>
                <a:spcPts val="1600"/>
              </a:spcBef>
              <a:spcAft>
                <a:spcPts val="0"/>
              </a:spcAft>
              <a:buChar char="●"/>
              <a:defRPr/>
            </a:lvl7pPr>
            <a:lvl8pPr marL="3657600" indent="-349250" algn="ctr">
              <a:spcBef>
                <a:spcPts val="1600"/>
              </a:spcBef>
              <a:spcAft>
                <a:spcPts val="0"/>
              </a:spcAft>
              <a:buChar char="○"/>
              <a:defRPr/>
            </a:lvl8pPr>
            <a:lvl9pPr marL="4114800" indent="-349250" algn="ctr">
              <a:spcBef>
                <a:spcPts val="1600"/>
              </a:spcBef>
              <a:spcAft>
                <a:spcPts val="1600"/>
              </a:spcAft>
              <a:buChar char="■"/>
              <a:defRPr/>
            </a:lvl9pPr>
          </a:lstStyle>
          <a:p>
            <a:endParaRPr/>
          </a:p>
        </p:txBody>
      </p:sp>
      <p:sp>
        <p:nvSpPr>
          <p:cNvPr id="48" name="Google Shape;48;p11">
            <a:extLst>
              <a:ext uri="{FF2B5EF4-FFF2-40B4-BE49-F238E27FC236}">
                <a16:creationId xmlns:a16="http://schemas.microsoft.com/office/drawing/2014/main" id="{991A7B94-E431-4440-BFCB-E56B1440FF7A}"/>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_1_1_2">
    <p:spTree>
      <p:nvGrpSpPr>
        <p:cNvPr id="1" name=""/>
        <p:cNvGrpSpPr/>
        <p:nvPr/>
      </p:nvGrpSpPr>
      <p:grpSpPr>
        <a:xfrm>
          <a:off x="0" y="0"/>
          <a:ext cx="0" cy="0"/>
          <a:chOff x="0" y="0"/>
          <a:chExt cx="0" cy="0"/>
        </a:xfrm>
      </p:grpSpPr>
      <p:sp>
        <p:nvSpPr>
          <p:cNvPr id="60" name="Google Shape;60;p14">
            <a:extLst>
              <a:ext uri="{FF2B5EF4-FFF2-40B4-BE49-F238E27FC236}">
                <a16:creationId xmlns:a16="http://schemas.microsoft.com/office/drawing/2014/main" id="{C76D1B0F-92D0-4879-9605-122810AE529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61" name="Google Shape;61;p14">
            <a:extLst>
              <a:ext uri="{FF2B5EF4-FFF2-40B4-BE49-F238E27FC236}">
                <a16:creationId xmlns:a16="http://schemas.microsoft.com/office/drawing/2014/main" id="{CCC1F1B6-4211-47D9-B6F1-492504C932D6}"/>
              </a:ext>
            </a:extLst>
          </p:cNvPr>
          <p:cNvSpPr>
            <a:spLocks noGrp="1"/>
          </p:cNvSpPr>
          <p:nvPr>
            <p:ph type="title"/>
          </p:nvPr>
        </p:nvSpPr>
        <p:spPr>
          <a:xfrm>
            <a:off x="458075" y="370000"/>
            <a:ext cx="2959800" cy="1938000"/>
          </a:xfrm>
          <a:prstGeom prst="rect">
            <a:avLst/>
          </a:prstGeom>
        </p:spPr>
        <p:txBody>
          <a:bodyPr spcFirstLastPara="1" wrap="square" lIns="91425" tIns="91425" rIns="91425" bIns="91425" anchor="b">
            <a:noAutofit/>
          </a:bodyPr>
          <a:lstStyle>
            <a:lvl1pPr>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62" name="Google Shape;62;p14">
            <a:extLst>
              <a:ext uri="{FF2B5EF4-FFF2-40B4-BE49-F238E27FC236}">
                <a16:creationId xmlns:a16="http://schemas.microsoft.com/office/drawing/2014/main" id="{A58FD433-3E78-4F84-A7BA-8FF7184AB81F}"/>
              </a:ext>
            </a:extLst>
          </p:cNvPr>
          <p:cNvSpPr>
            <a:spLocks noGrp="1"/>
          </p:cNvSpPr>
          <p:nvPr>
            <p:ph type="body" idx="1"/>
          </p:nvPr>
        </p:nvSpPr>
        <p:spPr>
          <a:xfrm>
            <a:off x="4210825" y="370000"/>
            <a:ext cx="4598400" cy="4293300"/>
          </a:xfrm>
          <a:prstGeom prst="rect">
            <a:avLst/>
          </a:prstGeom>
        </p:spPr>
        <p:txBody>
          <a:bodyPr spcFirstLastPara="1" wrap="square" lIns="91425" tIns="91425" rIns="91425" bIns="91425" anchor="t">
            <a:noAutofit/>
          </a:bodyPr>
          <a:lstStyle>
            <a:lvl1pPr marL="457200" indent="-336550">
              <a:lnSpc>
                <a:spcPct val="115000"/>
              </a:lnSpc>
              <a:spcBef>
                <a:spcPts val="0"/>
              </a:spcBef>
              <a:spcAft>
                <a:spcPts val="0"/>
              </a:spcAft>
              <a:buChar char="●"/>
              <a:defRPr sz="1200">
                <a:latin typeface="Source Code Pro"/>
                <a:ea typeface="Source Code Pro"/>
                <a:cs typeface="Source Code Pro"/>
              </a:defRPr>
            </a:lvl1pPr>
            <a:lvl2pPr marL="914400" indent="-336550">
              <a:lnSpc>
                <a:spcPct val="115000"/>
              </a:lnSpc>
              <a:spcBef>
                <a:spcPts val="0"/>
              </a:spcBef>
              <a:spcAft>
                <a:spcPts val="0"/>
              </a:spcAft>
              <a:buChar char="○"/>
              <a:defRPr sz="1200">
                <a:latin typeface="Source Code Pro"/>
                <a:ea typeface="Source Code Pro"/>
                <a:cs typeface="Source Code Pro"/>
              </a:defRPr>
            </a:lvl2pPr>
            <a:lvl3pPr marL="1371600" indent="-336550">
              <a:lnSpc>
                <a:spcPct val="115000"/>
              </a:lnSpc>
              <a:spcBef>
                <a:spcPts val="0"/>
              </a:spcBef>
              <a:spcAft>
                <a:spcPts val="0"/>
              </a:spcAft>
              <a:buChar char="■"/>
              <a:defRPr sz="1200">
                <a:latin typeface="Source Code Pro"/>
                <a:ea typeface="Source Code Pro"/>
                <a:cs typeface="Source Code Pro"/>
              </a:defRPr>
            </a:lvl3pPr>
            <a:lvl4pPr marL="1828800" indent="-336550">
              <a:lnSpc>
                <a:spcPct val="115000"/>
              </a:lnSpc>
              <a:spcBef>
                <a:spcPts val="0"/>
              </a:spcBef>
              <a:spcAft>
                <a:spcPts val="0"/>
              </a:spcAft>
              <a:buChar char="●"/>
              <a:defRPr sz="1200">
                <a:latin typeface="Source Code Pro"/>
                <a:ea typeface="Source Code Pro"/>
                <a:cs typeface="Source Code Pro"/>
              </a:defRPr>
            </a:lvl4pPr>
            <a:lvl5pPr marL="2286000" indent="-336550">
              <a:lnSpc>
                <a:spcPct val="115000"/>
              </a:lnSpc>
              <a:spcBef>
                <a:spcPts val="0"/>
              </a:spcBef>
              <a:spcAft>
                <a:spcPts val="0"/>
              </a:spcAft>
              <a:buChar char="○"/>
              <a:defRPr sz="1200">
                <a:latin typeface="Source Code Pro"/>
                <a:ea typeface="Source Code Pro"/>
                <a:cs typeface="Source Code Pro"/>
              </a:defRPr>
            </a:lvl5pPr>
            <a:lvl6pPr marL="2743200" indent="-336550">
              <a:lnSpc>
                <a:spcPct val="115000"/>
              </a:lnSpc>
              <a:spcBef>
                <a:spcPts val="0"/>
              </a:spcBef>
              <a:spcAft>
                <a:spcPts val="0"/>
              </a:spcAft>
              <a:buChar char="■"/>
              <a:defRPr sz="1200">
                <a:latin typeface="Source Code Pro"/>
                <a:ea typeface="Source Code Pro"/>
                <a:cs typeface="Source Code Pro"/>
              </a:defRPr>
            </a:lvl6pPr>
            <a:lvl7pPr marL="3200400" indent="-336550">
              <a:lnSpc>
                <a:spcPct val="115000"/>
              </a:lnSpc>
              <a:spcBef>
                <a:spcPts val="0"/>
              </a:spcBef>
              <a:spcAft>
                <a:spcPts val="0"/>
              </a:spcAft>
              <a:buChar char="●"/>
              <a:defRPr sz="1200">
                <a:latin typeface="Source Code Pro"/>
                <a:ea typeface="Source Code Pro"/>
                <a:cs typeface="Source Code Pro"/>
              </a:defRPr>
            </a:lvl7pPr>
            <a:lvl8pPr marL="3657600" indent="-336550">
              <a:lnSpc>
                <a:spcPct val="115000"/>
              </a:lnSpc>
              <a:spcBef>
                <a:spcPts val="0"/>
              </a:spcBef>
              <a:spcAft>
                <a:spcPts val="0"/>
              </a:spcAft>
              <a:buChar char="○"/>
              <a:defRPr sz="1200">
                <a:latin typeface="Source Code Pro"/>
                <a:ea typeface="Source Code Pro"/>
                <a:cs typeface="Source Code Pro"/>
              </a:defRPr>
            </a:lvl8pPr>
            <a:lvl9pPr marL="4114800" indent="-336550">
              <a:lnSpc>
                <a:spcPct val="115000"/>
              </a:lnSpc>
              <a:spcBef>
                <a:spcPts val="0"/>
              </a:spcBef>
              <a:spcAft>
                <a:spcPts val="0"/>
              </a:spcAft>
              <a:buChar char="■"/>
              <a:defRPr sz="1200">
                <a:latin typeface="Source Code Pro"/>
                <a:ea typeface="Source Code Pro"/>
                <a:cs typeface="Source Code Pro"/>
              </a:defRPr>
            </a:lvl9pPr>
          </a:lstStyle>
          <a:p>
            <a:endParaRPr/>
          </a:p>
        </p:txBody>
      </p:sp>
      <p:sp>
        <p:nvSpPr>
          <p:cNvPr id="63" name="Google Shape;63;p14">
            <a:extLst>
              <a:ext uri="{FF2B5EF4-FFF2-40B4-BE49-F238E27FC236}">
                <a16:creationId xmlns:a16="http://schemas.microsoft.com/office/drawing/2014/main" id="{F61D71CD-9140-4A58-9FB6-0A348C8B3FA0}"/>
              </a:ext>
            </a:extLst>
          </p:cNvPr>
          <p:cNvSpPr>
            <a:spLocks noGrp="1"/>
          </p:cNvSpPr>
          <p:nvPr>
            <p:ph type="subTitle" idx="2"/>
          </p:nvPr>
        </p:nvSpPr>
        <p:spPr>
          <a:xfrm>
            <a:off x="458200" y="2554675"/>
            <a:ext cx="2959800" cy="2108700"/>
          </a:xfrm>
          <a:prstGeom prst="rect">
            <a:avLst/>
          </a:prstGeom>
        </p:spPr>
        <p:txBody>
          <a:bodyPr spcFirstLastPara="1" wrap="square" lIns="91425" tIns="91425" rIns="91425" bIns="91425" anchor="t">
            <a:noAutofit/>
          </a:bodyPr>
          <a:lstStyle>
            <a:lvl1pPr>
              <a:spcBef>
                <a:spcPts val="0"/>
              </a:spcBef>
              <a:spcAft>
                <a:spcPts val="0"/>
              </a:spcAft>
              <a:buNone/>
              <a:defRPr sz="1700"/>
            </a:lvl1pPr>
            <a:lvl2pPr>
              <a:spcBef>
                <a:spcPts val="1600"/>
              </a:spcBef>
              <a:spcAft>
                <a:spcPts val="0"/>
              </a:spcAft>
              <a:buNone/>
              <a:defRPr sz="1700"/>
            </a:lvl2pPr>
            <a:lvl3pPr>
              <a:spcBef>
                <a:spcPts val="1600"/>
              </a:spcBef>
              <a:spcAft>
                <a:spcPts val="0"/>
              </a:spcAft>
              <a:buNone/>
              <a:defRPr sz="1700"/>
            </a:lvl3pPr>
            <a:lvl4pPr>
              <a:spcBef>
                <a:spcPts val="1600"/>
              </a:spcBef>
              <a:spcAft>
                <a:spcPts val="0"/>
              </a:spcAft>
              <a:buNone/>
              <a:defRPr sz="1700"/>
            </a:lvl4pPr>
            <a:lvl5pPr>
              <a:spcBef>
                <a:spcPts val="1600"/>
              </a:spcBef>
              <a:spcAft>
                <a:spcPts val="0"/>
              </a:spcAft>
              <a:buNone/>
              <a:defRPr sz="1700"/>
            </a:lvl5pPr>
            <a:lvl6pPr>
              <a:spcBef>
                <a:spcPts val="1600"/>
              </a:spcBef>
              <a:spcAft>
                <a:spcPts val="0"/>
              </a:spcAft>
              <a:buNone/>
              <a:defRPr sz="1700"/>
            </a:lvl6pPr>
            <a:lvl7pPr>
              <a:spcBef>
                <a:spcPts val="1600"/>
              </a:spcBef>
              <a:spcAft>
                <a:spcPts val="0"/>
              </a:spcAft>
              <a:buNone/>
              <a:defRPr sz="1700"/>
            </a:lvl7pPr>
            <a:lvl8pPr>
              <a:spcBef>
                <a:spcPts val="1600"/>
              </a:spcBef>
              <a:spcAft>
                <a:spcPts val="0"/>
              </a:spcAft>
              <a:buNone/>
              <a:defRPr sz="1700"/>
            </a:lvl8pPr>
            <a:lvl9pPr>
              <a:spcBef>
                <a:spcPts val="1600"/>
              </a:spcBef>
              <a:spcAft>
                <a:spcPts val="1600"/>
              </a:spcAft>
              <a:buNone/>
              <a:defRPr sz="17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BLANK_1_1">
    <p:spTree>
      <p:nvGrpSpPr>
        <p:cNvPr id="1" name=""/>
        <p:cNvGrpSpPr/>
        <p:nvPr/>
      </p:nvGrpSpPr>
      <p:grpSpPr>
        <a:xfrm>
          <a:off x="0" y="0"/>
          <a:ext cx="0" cy="0"/>
          <a:chOff x="0" y="0"/>
          <a:chExt cx="0" cy="0"/>
        </a:xfrm>
      </p:grpSpPr>
      <p:sp>
        <p:nvSpPr>
          <p:cNvPr id="55" name="Google Shape;55;p13">
            <a:extLst>
              <a:ext uri="{FF2B5EF4-FFF2-40B4-BE49-F238E27FC236}">
                <a16:creationId xmlns:a16="http://schemas.microsoft.com/office/drawing/2014/main" id="{9844C99E-5FD9-48AA-9213-F49D74F0ED6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
        <p:nvSpPr>
          <p:cNvPr id="56" name="Google Shape;56;p13">
            <a:extLst>
              <a:ext uri="{FF2B5EF4-FFF2-40B4-BE49-F238E27FC236}">
                <a16:creationId xmlns:a16="http://schemas.microsoft.com/office/drawing/2014/main" id="{175BC796-0833-4A48-AA33-9CF54DB92F6C}"/>
              </a:ext>
            </a:extLst>
          </p:cNvPr>
          <p:cNvSpPr>
            <a:spLocks noGrp="1"/>
          </p:cNvSpPr>
          <p:nvPr>
            <p:ph type="title"/>
          </p:nvPr>
        </p:nvSpPr>
        <p:spPr>
          <a:xfrm>
            <a:off x="447450" y="204325"/>
            <a:ext cx="8249100" cy="933000"/>
          </a:xfrm>
          <a:prstGeom prst="rect">
            <a:avLst/>
          </a:prstGeom>
        </p:spPr>
        <p:txBody>
          <a:bodyPr spcFirstLastPara="1" wrap="square" lIns="91425" tIns="91425" rIns="91425" bIns="91425" anchor="ctr">
            <a:noAutofit/>
          </a:bodyPr>
          <a:lstStyle>
            <a:lvl1pPr>
              <a:spcBef>
                <a:spcPts val="0"/>
              </a:spcBef>
              <a:spcAft>
                <a:spcPts val="0"/>
              </a:spcAft>
              <a:buNone/>
              <a:defRPr sz="24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57" name="Google Shape;57;p13">
            <a:extLst>
              <a:ext uri="{FF2B5EF4-FFF2-40B4-BE49-F238E27FC236}">
                <a16:creationId xmlns:a16="http://schemas.microsoft.com/office/drawing/2014/main" id="{DA8A3BF2-4D55-4324-9FCD-DBFD4149A020}"/>
              </a:ext>
            </a:extLst>
          </p:cNvPr>
          <p:cNvSpPr>
            <a:spLocks noGrp="1"/>
          </p:cNvSpPr>
          <p:nvPr>
            <p:ph type="body" idx="1"/>
          </p:nvPr>
        </p:nvSpPr>
        <p:spPr>
          <a:xfrm>
            <a:off x="447450" y="1589275"/>
            <a:ext cx="8249100" cy="3208800"/>
          </a:xfrm>
          <a:prstGeom prst="rect">
            <a:avLst/>
          </a:prstGeom>
        </p:spPr>
        <p:txBody>
          <a:bodyPr spcFirstLastPara="1" wrap="square" lIns="91425" tIns="91425" rIns="91425" bIns="91425" anchor="t">
            <a:noAutofit/>
          </a:bodyPr>
          <a:lstStyle>
            <a:lvl1pPr marL="457200" indent="-336550">
              <a:lnSpc>
                <a:spcPct val="115000"/>
              </a:lnSpc>
              <a:spcBef>
                <a:spcPts val="0"/>
              </a:spcBef>
              <a:spcAft>
                <a:spcPts val="0"/>
              </a:spcAft>
              <a:buChar char="●"/>
              <a:defRPr sz="1200">
                <a:latin typeface="Source Code Pro"/>
                <a:ea typeface="Source Code Pro"/>
                <a:cs typeface="Source Code Pro"/>
              </a:defRPr>
            </a:lvl1pPr>
            <a:lvl2pPr marL="914400" indent="-336550">
              <a:lnSpc>
                <a:spcPct val="115000"/>
              </a:lnSpc>
              <a:spcBef>
                <a:spcPts val="0"/>
              </a:spcBef>
              <a:spcAft>
                <a:spcPts val="0"/>
              </a:spcAft>
              <a:buChar char="○"/>
              <a:defRPr sz="1200">
                <a:latin typeface="Source Code Pro"/>
                <a:ea typeface="Source Code Pro"/>
                <a:cs typeface="Source Code Pro"/>
              </a:defRPr>
            </a:lvl2pPr>
            <a:lvl3pPr marL="1371600" indent="-336550">
              <a:lnSpc>
                <a:spcPct val="115000"/>
              </a:lnSpc>
              <a:spcBef>
                <a:spcPts val="0"/>
              </a:spcBef>
              <a:spcAft>
                <a:spcPts val="0"/>
              </a:spcAft>
              <a:buChar char="■"/>
              <a:defRPr sz="1200">
                <a:latin typeface="Source Code Pro"/>
                <a:ea typeface="Source Code Pro"/>
                <a:cs typeface="Source Code Pro"/>
              </a:defRPr>
            </a:lvl3pPr>
            <a:lvl4pPr marL="1828800" indent="-336550">
              <a:lnSpc>
                <a:spcPct val="115000"/>
              </a:lnSpc>
              <a:spcBef>
                <a:spcPts val="0"/>
              </a:spcBef>
              <a:spcAft>
                <a:spcPts val="0"/>
              </a:spcAft>
              <a:buChar char="●"/>
              <a:defRPr sz="1200">
                <a:latin typeface="Source Code Pro"/>
                <a:ea typeface="Source Code Pro"/>
                <a:cs typeface="Source Code Pro"/>
              </a:defRPr>
            </a:lvl4pPr>
            <a:lvl5pPr marL="2286000" indent="-336550">
              <a:lnSpc>
                <a:spcPct val="115000"/>
              </a:lnSpc>
              <a:spcBef>
                <a:spcPts val="0"/>
              </a:spcBef>
              <a:spcAft>
                <a:spcPts val="0"/>
              </a:spcAft>
              <a:buChar char="○"/>
              <a:defRPr sz="1200">
                <a:latin typeface="Source Code Pro"/>
                <a:ea typeface="Source Code Pro"/>
                <a:cs typeface="Source Code Pro"/>
              </a:defRPr>
            </a:lvl5pPr>
            <a:lvl6pPr marL="2743200" indent="-336550">
              <a:lnSpc>
                <a:spcPct val="115000"/>
              </a:lnSpc>
              <a:spcBef>
                <a:spcPts val="0"/>
              </a:spcBef>
              <a:spcAft>
                <a:spcPts val="0"/>
              </a:spcAft>
              <a:buChar char="■"/>
              <a:defRPr sz="1200">
                <a:latin typeface="Source Code Pro"/>
                <a:ea typeface="Source Code Pro"/>
                <a:cs typeface="Source Code Pro"/>
              </a:defRPr>
            </a:lvl6pPr>
            <a:lvl7pPr marL="3200400" indent="-336550">
              <a:lnSpc>
                <a:spcPct val="115000"/>
              </a:lnSpc>
              <a:spcBef>
                <a:spcPts val="0"/>
              </a:spcBef>
              <a:spcAft>
                <a:spcPts val="0"/>
              </a:spcAft>
              <a:buChar char="●"/>
              <a:defRPr sz="1200">
                <a:latin typeface="Source Code Pro"/>
                <a:ea typeface="Source Code Pro"/>
                <a:cs typeface="Source Code Pro"/>
              </a:defRPr>
            </a:lvl7pPr>
            <a:lvl8pPr marL="3657600" indent="-336550">
              <a:lnSpc>
                <a:spcPct val="115000"/>
              </a:lnSpc>
              <a:spcBef>
                <a:spcPts val="0"/>
              </a:spcBef>
              <a:spcAft>
                <a:spcPts val="0"/>
              </a:spcAft>
              <a:buChar char="○"/>
              <a:defRPr sz="1200">
                <a:latin typeface="Source Code Pro"/>
                <a:ea typeface="Source Code Pro"/>
                <a:cs typeface="Source Code Pro"/>
              </a:defRPr>
            </a:lvl8pPr>
            <a:lvl9pPr marL="4114800" indent="-336550">
              <a:lnSpc>
                <a:spcPct val="115000"/>
              </a:lnSpc>
              <a:spcBef>
                <a:spcPts val="0"/>
              </a:spcBef>
              <a:spcAft>
                <a:spcPts val="0"/>
              </a:spcAft>
              <a:buChar char="■"/>
              <a:defRPr sz="1200">
                <a:latin typeface="Source Code Pro"/>
                <a:ea typeface="Source Code Pro"/>
                <a:cs typeface="Source Code Pr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p:bg>
      <p:bgPr>
        <a:solidFill>
          <a:schemeClr val="dk1"/>
        </a:solidFill>
        <a:effectLst/>
      </p:bgPr>
    </p:bg>
    <p:spTree>
      <p:nvGrpSpPr>
        <p:cNvPr id="1" name=""/>
        <p:cNvGrpSpPr/>
        <p:nvPr/>
      </p:nvGrpSpPr>
      <p:grpSpPr>
        <a:xfrm>
          <a:off x="0" y="0"/>
          <a:ext cx="0" cy="0"/>
          <a:chOff x="0" y="0"/>
          <a:chExt cx="0" cy="0"/>
        </a:xfrm>
      </p:grpSpPr>
      <p:sp>
        <p:nvSpPr>
          <p:cNvPr id="67" name="Google Shape;67;p16">
            <a:extLst>
              <a:ext uri="{FF2B5EF4-FFF2-40B4-BE49-F238E27FC236}">
                <a16:creationId xmlns:a16="http://schemas.microsoft.com/office/drawing/2014/main" id="{A15B5B20-726D-4399-AD5D-5B3415133AD4}"/>
              </a:ext>
            </a:extLst>
          </p:cNvPr>
          <p:cNvSpPr>
            <a:spLocks noGrp="1"/>
          </p:cNvSpPr>
          <p:nvPr>
            <p:ph type="subTitle" idx="1"/>
          </p:nvPr>
        </p:nvSpPr>
        <p:spPr>
          <a:xfrm>
            <a:off x="459450" y="2834125"/>
            <a:ext cx="8225100" cy="792600"/>
          </a:xfrm>
          <a:prstGeom prst="rect">
            <a:avLst/>
          </a:prstGeom>
        </p:spPr>
        <p:txBody>
          <a:bodyPr spcFirstLastPara="1" wrap="square" lIns="91425" tIns="91425" rIns="91425" bIns="91425" anchor="t">
            <a:noAutofit/>
          </a:bodyPr>
          <a:lstStyle>
            <a:lvl1pPr>
              <a:lnSpc>
                <a:spcPct val="115000"/>
              </a:lnSpc>
              <a:spcBef>
                <a:spcPts val="0"/>
              </a:spcBef>
              <a:spcAft>
                <a:spcPts val="0"/>
              </a:spcAft>
              <a:buNone/>
              <a:defRPr>
                <a:solidFill>
                  <a:schemeClr val="dk2"/>
                </a:solidFill>
              </a:defRPr>
            </a:lvl1pPr>
            <a:lvl2pPr algn="ctr">
              <a:lnSpc>
                <a:spcPct val="115000"/>
              </a:lnSpc>
              <a:spcBef>
                <a:spcPts val="0"/>
              </a:spcBef>
              <a:spcAft>
                <a:spcPts val="0"/>
              </a:spcAft>
              <a:buNone/>
              <a:defRPr sz="2800">
                <a:solidFill>
                  <a:schemeClr val="lt1"/>
                </a:solidFill>
              </a:defRPr>
            </a:lvl2pPr>
            <a:lvl3pPr algn="ctr">
              <a:lnSpc>
                <a:spcPct val="115000"/>
              </a:lnSpc>
              <a:spcBef>
                <a:spcPts val="0"/>
              </a:spcBef>
              <a:spcAft>
                <a:spcPts val="0"/>
              </a:spcAft>
              <a:buNone/>
              <a:defRPr sz="2800">
                <a:solidFill>
                  <a:schemeClr val="lt1"/>
                </a:solidFill>
              </a:defRPr>
            </a:lvl3pPr>
            <a:lvl4pPr algn="ctr">
              <a:lnSpc>
                <a:spcPct val="115000"/>
              </a:lnSpc>
              <a:spcBef>
                <a:spcPts val="0"/>
              </a:spcBef>
              <a:spcAft>
                <a:spcPts val="0"/>
              </a:spcAft>
              <a:buNone/>
              <a:defRPr sz="2800">
                <a:solidFill>
                  <a:schemeClr val="lt1"/>
                </a:solidFill>
              </a:defRPr>
            </a:lvl4pPr>
            <a:lvl5pPr algn="ctr">
              <a:lnSpc>
                <a:spcPct val="115000"/>
              </a:lnSpc>
              <a:spcBef>
                <a:spcPts val="0"/>
              </a:spcBef>
              <a:spcAft>
                <a:spcPts val="0"/>
              </a:spcAft>
              <a:buNone/>
              <a:defRPr sz="2800">
                <a:solidFill>
                  <a:schemeClr val="lt1"/>
                </a:solidFill>
              </a:defRPr>
            </a:lvl5pPr>
            <a:lvl6pPr algn="ctr">
              <a:lnSpc>
                <a:spcPct val="115000"/>
              </a:lnSpc>
              <a:spcBef>
                <a:spcPts val="0"/>
              </a:spcBef>
              <a:spcAft>
                <a:spcPts val="0"/>
              </a:spcAft>
              <a:buNone/>
              <a:defRPr sz="2800">
                <a:solidFill>
                  <a:schemeClr val="lt1"/>
                </a:solidFill>
              </a:defRPr>
            </a:lvl6pPr>
            <a:lvl7pPr algn="ctr">
              <a:lnSpc>
                <a:spcPct val="115000"/>
              </a:lnSpc>
              <a:spcBef>
                <a:spcPts val="0"/>
              </a:spcBef>
              <a:spcAft>
                <a:spcPts val="0"/>
              </a:spcAft>
              <a:buNone/>
              <a:defRPr sz="2800">
                <a:solidFill>
                  <a:schemeClr val="lt1"/>
                </a:solidFill>
              </a:defRPr>
            </a:lvl7pPr>
            <a:lvl8pPr algn="ctr">
              <a:lnSpc>
                <a:spcPct val="115000"/>
              </a:lnSpc>
              <a:spcBef>
                <a:spcPts val="0"/>
              </a:spcBef>
              <a:spcAft>
                <a:spcPts val="0"/>
              </a:spcAft>
              <a:buNone/>
              <a:defRPr sz="2800">
                <a:solidFill>
                  <a:schemeClr val="lt1"/>
                </a:solidFill>
              </a:defRPr>
            </a:lvl8pPr>
            <a:lvl9pPr algn="ctr">
              <a:lnSpc>
                <a:spcPct val="115000"/>
              </a:lnSpc>
              <a:spcBef>
                <a:spcPts val="0"/>
              </a:spcBef>
              <a:spcAft>
                <a:spcPts val="0"/>
              </a:spcAft>
              <a:buNone/>
              <a:defRPr sz="2800">
                <a:solidFill>
                  <a:schemeClr val="lt1"/>
                </a:solidFill>
              </a:defRPr>
            </a:lvl9pPr>
          </a:lstStyle>
          <a:p>
            <a:endParaRPr/>
          </a:p>
        </p:txBody>
      </p:sp>
      <p:sp>
        <p:nvSpPr>
          <p:cNvPr id="68" name="Google Shape;68;p16">
            <a:extLst>
              <a:ext uri="{FF2B5EF4-FFF2-40B4-BE49-F238E27FC236}">
                <a16:creationId xmlns:a16="http://schemas.microsoft.com/office/drawing/2014/main" id="{B691ABB7-C82E-41BB-8FE5-23722F39C0D2}"/>
              </a:ext>
            </a:extLst>
          </p:cNvPr>
          <p:cNvSpPr>
            <a:spLocks noGrp="1"/>
          </p:cNvSpPr>
          <p:nvPr>
            <p:ph type="body" idx="2"/>
          </p:nvPr>
        </p:nvSpPr>
        <p:spPr>
          <a:xfrm>
            <a:off x="459450" y="4373225"/>
            <a:ext cx="7877700" cy="373800"/>
          </a:xfrm>
          <a:prstGeom prst="rect">
            <a:avLst/>
          </a:prstGeom>
        </p:spPr>
        <p:txBody>
          <a:bodyPr spcFirstLastPara="1" wrap="square" lIns="91425" tIns="91425" rIns="91425" bIns="91425" anchor="t">
            <a:noAutofit/>
          </a:bodyPr>
          <a:lstStyle>
            <a:lvl1pPr marL="457200" indent="-323850">
              <a:spcBef>
                <a:spcPts val="0"/>
              </a:spcBef>
              <a:spcAft>
                <a:spcPts val="0"/>
              </a:spcAft>
              <a:buChar char="●"/>
              <a:defRPr sz="1500">
                <a:solidFill>
                  <a:schemeClr val="dk2"/>
                </a:solidFill>
              </a:defRPr>
            </a:lvl1pPr>
            <a:lvl2pPr marL="914400" indent="-323850">
              <a:spcBef>
                <a:spcPts val="1600"/>
              </a:spcBef>
              <a:spcAft>
                <a:spcPts val="0"/>
              </a:spcAft>
              <a:buChar char="○"/>
              <a:defRPr sz="1500">
                <a:solidFill>
                  <a:schemeClr val="dk2"/>
                </a:solidFill>
              </a:defRPr>
            </a:lvl2pPr>
            <a:lvl3pPr marL="1371600" indent="-323850">
              <a:spcBef>
                <a:spcPts val="1600"/>
              </a:spcBef>
              <a:spcAft>
                <a:spcPts val="0"/>
              </a:spcAft>
              <a:buChar char="■"/>
              <a:defRPr sz="1500">
                <a:solidFill>
                  <a:schemeClr val="dk2"/>
                </a:solidFill>
              </a:defRPr>
            </a:lvl3pPr>
            <a:lvl4pPr marL="1828800" indent="-323850">
              <a:spcBef>
                <a:spcPts val="1600"/>
              </a:spcBef>
              <a:spcAft>
                <a:spcPts val="0"/>
              </a:spcAft>
              <a:buChar char="●"/>
              <a:defRPr sz="1500">
                <a:solidFill>
                  <a:schemeClr val="dk2"/>
                </a:solidFill>
              </a:defRPr>
            </a:lvl4pPr>
            <a:lvl5pPr marL="2286000" indent="-323850">
              <a:spcBef>
                <a:spcPts val="1600"/>
              </a:spcBef>
              <a:spcAft>
                <a:spcPts val="0"/>
              </a:spcAft>
              <a:buChar char="○"/>
              <a:defRPr sz="1500">
                <a:solidFill>
                  <a:schemeClr val="dk2"/>
                </a:solidFill>
              </a:defRPr>
            </a:lvl5pPr>
            <a:lvl6pPr marL="2743200" indent="-323850">
              <a:spcBef>
                <a:spcPts val="1600"/>
              </a:spcBef>
              <a:spcAft>
                <a:spcPts val="0"/>
              </a:spcAft>
              <a:buChar char="■"/>
              <a:defRPr sz="1500">
                <a:solidFill>
                  <a:schemeClr val="dk2"/>
                </a:solidFill>
              </a:defRPr>
            </a:lvl6pPr>
            <a:lvl7pPr marL="3200400" indent="-323850">
              <a:spcBef>
                <a:spcPts val="1600"/>
              </a:spcBef>
              <a:spcAft>
                <a:spcPts val="0"/>
              </a:spcAft>
              <a:buChar char="●"/>
              <a:defRPr sz="1500">
                <a:solidFill>
                  <a:schemeClr val="dk2"/>
                </a:solidFill>
              </a:defRPr>
            </a:lvl7pPr>
            <a:lvl8pPr marL="3657600" indent="-323850">
              <a:spcBef>
                <a:spcPts val="1600"/>
              </a:spcBef>
              <a:spcAft>
                <a:spcPts val="0"/>
              </a:spcAft>
              <a:buChar char="○"/>
              <a:defRPr sz="1500">
                <a:solidFill>
                  <a:schemeClr val="dk2"/>
                </a:solidFill>
              </a:defRPr>
            </a:lvl8pPr>
            <a:lvl9pPr marL="4114800" indent="-323850">
              <a:spcBef>
                <a:spcPts val="1600"/>
              </a:spcBef>
              <a:spcAft>
                <a:spcPts val="1600"/>
              </a:spcAft>
              <a:buChar char="■"/>
              <a:defRPr sz="1500">
                <a:solidFill>
                  <a:schemeClr val="dk2"/>
                </a:solidFill>
              </a:defRPr>
            </a:lvl9pPr>
          </a:lstStyle>
          <a:p>
            <a:endParaRPr/>
          </a:p>
        </p:txBody>
      </p:sp>
      <p:sp>
        <p:nvSpPr>
          <p:cNvPr id="69" name="Google Shape;69;p16">
            <a:extLst>
              <a:ext uri="{FF2B5EF4-FFF2-40B4-BE49-F238E27FC236}">
                <a16:creationId xmlns:a16="http://schemas.microsoft.com/office/drawing/2014/main" id="{9D26E93B-3F63-40D7-872E-3BF04E4A10BA}"/>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70" name="Google Shape;70;p16">
            <a:extLst>
              <a:ext uri="{FF2B5EF4-FFF2-40B4-BE49-F238E27FC236}">
                <a16:creationId xmlns:a16="http://schemas.microsoft.com/office/drawing/2014/main" id="{7D02E226-3F38-4256-A7DA-BE99129C7983}"/>
              </a:ext>
            </a:extLst>
          </p:cNvPr>
          <p:cNvSpPr>
            <a:spLocks noGrp="1"/>
          </p:cNvSpPr>
          <p:nvPr>
            <p:ph type="ctrTitle"/>
          </p:nvPr>
        </p:nvSpPr>
        <p:spPr>
          <a:xfrm>
            <a:off x="459450" y="408425"/>
            <a:ext cx="8225100" cy="2388900"/>
          </a:xfrm>
          <a:prstGeom prst="rect">
            <a:avLst/>
          </a:prstGeom>
        </p:spPr>
        <p:txBody>
          <a:bodyPr spcFirstLastPara="1" wrap="square" lIns="91425" tIns="91425" rIns="91425" bIns="91425" anchor="b">
            <a:noAutofit/>
          </a:bodyPr>
          <a:lstStyle>
            <a:lvl1pPr>
              <a:spcBef>
                <a:spcPts val="0"/>
              </a:spcBef>
              <a:spcAft>
                <a:spcPts val="0"/>
              </a:spcAft>
              <a:buNone/>
              <a:defRPr sz="5200">
                <a:solidFill>
                  <a:schemeClr val="lt1"/>
                </a:solidFill>
              </a:defRPr>
            </a:lvl1pPr>
            <a:lvl2pPr algn="ctr">
              <a:spcBef>
                <a:spcPts val="0"/>
              </a:spcBef>
              <a:spcAft>
                <a:spcPts val="0"/>
              </a:spcAft>
              <a:buNone/>
              <a:defRPr sz="5200">
                <a:solidFill>
                  <a:schemeClr val="lt1"/>
                </a:solidFill>
              </a:defRPr>
            </a:lvl2pPr>
            <a:lvl3pPr algn="ctr">
              <a:spcBef>
                <a:spcPts val="0"/>
              </a:spcBef>
              <a:spcAft>
                <a:spcPts val="0"/>
              </a:spcAft>
              <a:buNone/>
              <a:defRPr sz="5200">
                <a:solidFill>
                  <a:schemeClr val="lt1"/>
                </a:solidFill>
              </a:defRPr>
            </a:lvl3pPr>
            <a:lvl4pPr algn="ctr">
              <a:spcBef>
                <a:spcPts val="0"/>
              </a:spcBef>
              <a:spcAft>
                <a:spcPts val="0"/>
              </a:spcAft>
              <a:buNone/>
              <a:defRPr sz="5200">
                <a:solidFill>
                  <a:schemeClr val="lt1"/>
                </a:solidFill>
              </a:defRPr>
            </a:lvl4pPr>
            <a:lvl5pPr algn="ctr">
              <a:spcBef>
                <a:spcPts val="0"/>
              </a:spcBef>
              <a:spcAft>
                <a:spcPts val="0"/>
              </a:spcAft>
              <a:buNone/>
              <a:defRPr sz="5200">
                <a:solidFill>
                  <a:schemeClr val="lt1"/>
                </a:solidFill>
              </a:defRPr>
            </a:lvl5pPr>
            <a:lvl6pPr algn="ctr">
              <a:spcBef>
                <a:spcPts val="0"/>
              </a:spcBef>
              <a:spcAft>
                <a:spcPts val="0"/>
              </a:spcAft>
              <a:buNone/>
              <a:defRPr sz="5200">
                <a:solidFill>
                  <a:schemeClr val="lt1"/>
                </a:solidFill>
              </a:defRPr>
            </a:lvl6pPr>
            <a:lvl7pPr algn="ctr">
              <a:spcBef>
                <a:spcPts val="0"/>
              </a:spcBef>
              <a:spcAft>
                <a:spcPts val="0"/>
              </a:spcAft>
              <a:buNone/>
              <a:defRPr sz="5200">
                <a:solidFill>
                  <a:schemeClr val="lt1"/>
                </a:solidFill>
              </a:defRPr>
            </a:lvl7pPr>
            <a:lvl8pPr algn="ctr">
              <a:spcBef>
                <a:spcPts val="0"/>
              </a:spcBef>
              <a:spcAft>
                <a:spcPts val="0"/>
              </a:spcAft>
              <a:buNone/>
              <a:defRPr sz="5200">
                <a:solidFill>
                  <a:schemeClr val="lt1"/>
                </a:solidFill>
              </a:defRPr>
            </a:lvl8pPr>
            <a:lvl9pPr algn="ctr">
              <a:spcBef>
                <a:spcPts val="0"/>
              </a:spcBef>
              <a:spcAft>
                <a:spcPts val="0"/>
              </a:spcAft>
              <a:buNone/>
              <a:defRPr sz="5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65" name="Google Shape;65;p15">
            <a:extLst>
              <a:ext uri="{FF2B5EF4-FFF2-40B4-BE49-F238E27FC236}">
                <a16:creationId xmlns:a16="http://schemas.microsoft.com/office/drawing/2014/main" id="{416C9732-4808-450F-94CE-AB979955AB9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USTOM_2">
    <p:bg>
      <p:bgPr>
        <a:solidFill>
          <a:schemeClr val="dk1"/>
        </a:solidFill>
        <a:effectLst/>
      </p:bgPr>
    </p:bg>
    <p:spTree>
      <p:nvGrpSpPr>
        <p:cNvPr id="1" name=""/>
        <p:cNvGrpSpPr/>
        <p:nvPr/>
      </p:nvGrpSpPr>
      <p:grpSpPr>
        <a:xfrm>
          <a:off x="0" y="0"/>
          <a:ext cx="0" cy="0"/>
          <a:chOff x="0" y="0"/>
          <a:chExt cx="0" cy="0"/>
        </a:xfrm>
      </p:grpSpPr>
      <p:sp>
        <p:nvSpPr>
          <p:cNvPr id="75" name="Google Shape;75;p18">
            <a:extLst>
              <a:ext uri="{FF2B5EF4-FFF2-40B4-BE49-F238E27FC236}">
                <a16:creationId xmlns:a16="http://schemas.microsoft.com/office/drawing/2014/main" id="{EA99BB9F-410E-4294-B1B3-281E2FED271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76" name="Google Shape;76;p18">
            <a:extLst>
              <a:ext uri="{FF2B5EF4-FFF2-40B4-BE49-F238E27FC236}">
                <a16:creationId xmlns:a16="http://schemas.microsoft.com/office/drawing/2014/main" id="{21F1D3BA-24B9-44A1-BB0C-9321016EF91F}"/>
              </a:ext>
            </a:extLst>
          </p:cNvPr>
          <p:cNvSpPr>
            <a:spLocks noGrp="1"/>
          </p:cNvSpPr>
          <p:nvPr>
            <p:ph type="body" idx="1"/>
          </p:nvPr>
        </p:nvSpPr>
        <p:spPr>
          <a:xfrm>
            <a:off x="578275" y="1572200"/>
            <a:ext cx="8041800" cy="3234900"/>
          </a:xfrm>
          <a:prstGeom prst="rect">
            <a:avLst/>
          </a:prstGeom>
        </p:spPr>
        <p:txBody>
          <a:bodyPr spcFirstLastPara="1" wrap="square" lIns="91425" tIns="91425" rIns="91425" bIns="91425" anchor="t">
            <a:noAutofit/>
          </a:bodyPr>
          <a:lstStyle>
            <a:lvl1pPr marL="457200" indent="-349250">
              <a:spcBef>
                <a:spcPts val="0"/>
              </a:spcBef>
              <a:spcAft>
                <a:spcPts val="0"/>
              </a:spcAft>
              <a:buChar char="●"/>
              <a:defRPr>
                <a:solidFill>
                  <a:schemeClr val="dk2"/>
                </a:solidFill>
              </a:defRPr>
            </a:lvl1pPr>
            <a:lvl2pPr marL="914400" indent="-349250">
              <a:spcBef>
                <a:spcPts val="1600"/>
              </a:spcBef>
              <a:spcAft>
                <a:spcPts val="0"/>
              </a:spcAft>
              <a:buChar char="○"/>
              <a:defRPr>
                <a:solidFill>
                  <a:schemeClr val="dk2"/>
                </a:solidFill>
              </a:defRPr>
            </a:lvl2pPr>
            <a:lvl3pPr marL="1371600" indent="-349250">
              <a:spcBef>
                <a:spcPts val="1600"/>
              </a:spcBef>
              <a:spcAft>
                <a:spcPts val="0"/>
              </a:spcAft>
              <a:buChar char="■"/>
              <a:defRPr>
                <a:solidFill>
                  <a:schemeClr val="dk2"/>
                </a:solidFill>
              </a:defRPr>
            </a:lvl3pPr>
            <a:lvl4pPr marL="1828800" indent="-349250">
              <a:spcBef>
                <a:spcPts val="1600"/>
              </a:spcBef>
              <a:spcAft>
                <a:spcPts val="0"/>
              </a:spcAft>
              <a:buChar char="●"/>
              <a:defRPr>
                <a:solidFill>
                  <a:schemeClr val="dk2"/>
                </a:solidFill>
              </a:defRPr>
            </a:lvl4pPr>
            <a:lvl5pPr marL="2286000" indent="-349250">
              <a:spcBef>
                <a:spcPts val="1600"/>
              </a:spcBef>
              <a:spcAft>
                <a:spcPts val="0"/>
              </a:spcAft>
              <a:buChar char="○"/>
              <a:defRPr>
                <a:solidFill>
                  <a:schemeClr val="dk2"/>
                </a:solidFill>
              </a:defRPr>
            </a:lvl5pPr>
            <a:lvl6pPr marL="2743200" indent="-349250">
              <a:spcBef>
                <a:spcPts val="1600"/>
              </a:spcBef>
              <a:spcAft>
                <a:spcPts val="0"/>
              </a:spcAft>
              <a:buChar char="■"/>
              <a:defRPr>
                <a:solidFill>
                  <a:schemeClr val="dk2"/>
                </a:solidFill>
              </a:defRPr>
            </a:lvl6pPr>
            <a:lvl7pPr marL="3200400" indent="-349250">
              <a:spcBef>
                <a:spcPts val="1600"/>
              </a:spcBef>
              <a:spcAft>
                <a:spcPts val="0"/>
              </a:spcAft>
              <a:buChar char="●"/>
              <a:defRPr>
                <a:solidFill>
                  <a:schemeClr val="dk2"/>
                </a:solidFill>
              </a:defRPr>
            </a:lvl7pPr>
            <a:lvl8pPr marL="3657600" indent="-349250">
              <a:spcBef>
                <a:spcPts val="1600"/>
              </a:spcBef>
              <a:spcAft>
                <a:spcPts val="0"/>
              </a:spcAft>
              <a:buChar char="○"/>
              <a:defRPr>
                <a:solidFill>
                  <a:schemeClr val="dk2"/>
                </a:solidFill>
              </a:defRPr>
            </a:lvl8pPr>
            <a:lvl9pPr marL="4114800" indent="-349250">
              <a:spcBef>
                <a:spcPts val="1600"/>
              </a:spcBef>
              <a:spcAft>
                <a:spcPts val="1600"/>
              </a:spcAft>
              <a:buChar char="■"/>
              <a:defRPr>
                <a:solidFill>
                  <a:schemeClr val="dk2"/>
                </a:solidFill>
              </a:defRPr>
            </a:lvl9pPr>
          </a:lstStyle>
          <a:p>
            <a:endParaRPr/>
          </a:p>
        </p:txBody>
      </p:sp>
      <p:sp>
        <p:nvSpPr>
          <p:cNvPr id="77" name="Google Shape;77;p18">
            <a:extLst>
              <a:ext uri="{FF2B5EF4-FFF2-40B4-BE49-F238E27FC236}">
                <a16:creationId xmlns:a16="http://schemas.microsoft.com/office/drawing/2014/main" id="{FEA59A9F-6E2E-4763-B674-27BBE5A7E3F1}"/>
              </a:ext>
            </a:extLst>
          </p:cNvPr>
          <p:cNvSpPr>
            <a:spLocks noGrp="1"/>
          </p:cNvSpPr>
          <p:nvPr>
            <p:ph type="title"/>
          </p:nvPr>
        </p:nvSpPr>
        <p:spPr>
          <a:xfrm>
            <a:off x="578275" y="445025"/>
            <a:ext cx="8041800" cy="964500"/>
          </a:xfrm>
          <a:prstGeom prst="rect">
            <a:avLst/>
          </a:prstGeom>
        </p:spPr>
        <p:txBody>
          <a:bodyPr spcFirstLastPara="1" wrap="square" lIns="91425" tIns="91425" rIns="91425" bIns="91425" anchor="ctr">
            <a:noAutofit/>
          </a:bodyPr>
          <a:lstStyle>
            <a:lvl1pPr>
              <a:spcBef>
                <a:spcPts val="0"/>
              </a:spcBef>
              <a:spcAft>
                <a:spcPts val="0"/>
              </a:spcAft>
              <a:buNone/>
              <a:defRPr>
                <a:solidFill>
                  <a:schemeClr val="lt1"/>
                </a:solidFill>
              </a:defRPr>
            </a:lvl1pPr>
            <a:lvl2pPr>
              <a:spcBef>
                <a:spcPts val="0"/>
              </a:spcBef>
              <a:spcAft>
                <a:spcPts val="0"/>
              </a:spcAft>
              <a:buNone/>
              <a:defRPr>
                <a:solidFill>
                  <a:schemeClr val="lt1"/>
                </a:solidFill>
              </a:defRPr>
            </a:lvl2pPr>
            <a:lvl3pPr>
              <a:spcBef>
                <a:spcPts val="0"/>
              </a:spcBef>
              <a:spcAft>
                <a:spcPts val="0"/>
              </a:spcAft>
              <a:buNone/>
              <a:defRPr>
                <a:solidFill>
                  <a:schemeClr val="lt1"/>
                </a:solidFill>
              </a:defRPr>
            </a:lvl3pPr>
            <a:lvl4pPr>
              <a:spcBef>
                <a:spcPts val="0"/>
              </a:spcBef>
              <a:spcAft>
                <a:spcPts val="0"/>
              </a:spcAft>
              <a:buNone/>
              <a:defRPr>
                <a:solidFill>
                  <a:schemeClr val="lt1"/>
                </a:solidFill>
              </a:defRPr>
            </a:lvl4pPr>
            <a:lvl5pPr>
              <a:spcBef>
                <a:spcPts val="0"/>
              </a:spcBef>
              <a:spcAft>
                <a:spcPts val="0"/>
              </a:spcAft>
              <a:buNone/>
              <a:defRPr>
                <a:solidFill>
                  <a:schemeClr val="lt1"/>
                </a:solidFill>
              </a:defRPr>
            </a:lvl5pPr>
            <a:lvl6pPr>
              <a:spcBef>
                <a:spcPts val="0"/>
              </a:spcBef>
              <a:spcAft>
                <a:spcPts val="0"/>
              </a:spcAft>
              <a:buNone/>
              <a:defRPr>
                <a:solidFill>
                  <a:schemeClr val="lt1"/>
                </a:solidFill>
              </a:defRPr>
            </a:lvl6pPr>
            <a:lvl7pPr>
              <a:spcBef>
                <a:spcPts val="0"/>
              </a:spcBef>
              <a:spcAft>
                <a:spcPts val="0"/>
              </a:spcAft>
              <a:buNone/>
              <a:defRPr>
                <a:solidFill>
                  <a:schemeClr val="lt1"/>
                </a:solidFill>
              </a:defRPr>
            </a:lvl7pPr>
            <a:lvl8pPr>
              <a:spcBef>
                <a:spcPts val="0"/>
              </a:spcBef>
              <a:spcAft>
                <a:spcPts val="0"/>
              </a:spcAft>
              <a:buNone/>
              <a:defRPr>
                <a:solidFill>
                  <a:schemeClr val="lt1"/>
                </a:solidFill>
              </a:defRPr>
            </a:lvl8pPr>
            <a:lvl9pPr>
              <a:spcBef>
                <a:spcPts val="0"/>
              </a:spcBef>
              <a:spcAft>
                <a:spcPts val="0"/>
              </a:spcAft>
              <a:buNone/>
              <a:defRPr>
                <a:solidFill>
                  <a:schemeClr val="lt1"/>
                </a:solidFil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USTOM_1">
    <p:bg>
      <p:bgPr>
        <a:solidFill>
          <a:schemeClr val="dk1"/>
        </a:solidFill>
        <a:effectLst/>
      </p:bgPr>
    </p:bg>
    <p:spTree>
      <p:nvGrpSpPr>
        <p:cNvPr id="1" name=""/>
        <p:cNvGrpSpPr/>
        <p:nvPr/>
      </p:nvGrpSpPr>
      <p:grpSpPr>
        <a:xfrm>
          <a:off x="0" y="0"/>
          <a:ext cx="0" cy="0"/>
          <a:chOff x="0" y="0"/>
          <a:chExt cx="0" cy="0"/>
        </a:xfrm>
      </p:grpSpPr>
      <p:sp>
        <p:nvSpPr>
          <p:cNvPr id="72" name="Google Shape;72;p17">
            <a:extLst>
              <a:ext uri="{FF2B5EF4-FFF2-40B4-BE49-F238E27FC236}">
                <a16:creationId xmlns:a16="http://schemas.microsoft.com/office/drawing/2014/main" id="{65AEB591-6F84-45F2-B7C0-FDC2FEEDBE63}"/>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73" name="Google Shape;73;p17">
            <a:extLst>
              <a:ext uri="{FF2B5EF4-FFF2-40B4-BE49-F238E27FC236}">
                <a16:creationId xmlns:a16="http://schemas.microsoft.com/office/drawing/2014/main" id="{13FEEC1B-C299-4461-8174-568EF38C3692}"/>
              </a:ext>
            </a:extLst>
          </p:cNvPr>
          <p:cNvSpPr>
            <a:spLocks noGrp="1"/>
          </p:cNvSpPr>
          <p:nvPr>
            <p:ph type="title"/>
          </p:nvPr>
        </p:nvSpPr>
        <p:spPr>
          <a:xfrm>
            <a:off x="311700" y="977850"/>
            <a:ext cx="8520600" cy="3187800"/>
          </a:xfrm>
          <a:prstGeom prst="rect">
            <a:avLst/>
          </a:prstGeom>
        </p:spPr>
        <p:txBody>
          <a:bodyPr spcFirstLastPara="1" wrap="square" lIns="91425" tIns="91425" rIns="91425" bIns="91425" anchor="ctr">
            <a:noAutofit/>
          </a:bodyPr>
          <a:lstStyle>
            <a:lvl1pPr algn="ctr">
              <a:spcBef>
                <a:spcPts val="0"/>
              </a:spcBef>
              <a:spcAft>
                <a:spcPts val="0"/>
              </a:spcAft>
              <a:buNone/>
              <a:defRPr sz="3600">
                <a:solidFill>
                  <a:schemeClr val="lt1"/>
                </a:solidFill>
              </a:defRPr>
            </a:lvl1pPr>
            <a:lvl2pPr algn="ctr">
              <a:spcBef>
                <a:spcPts val="0"/>
              </a:spcBef>
              <a:spcAft>
                <a:spcPts val="0"/>
              </a:spcAft>
              <a:buNone/>
              <a:defRPr sz="3600">
                <a:solidFill>
                  <a:schemeClr val="lt1"/>
                </a:solidFill>
              </a:defRPr>
            </a:lvl2pPr>
            <a:lvl3pPr algn="ctr">
              <a:spcBef>
                <a:spcPts val="0"/>
              </a:spcBef>
              <a:spcAft>
                <a:spcPts val="0"/>
              </a:spcAft>
              <a:buNone/>
              <a:defRPr sz="3600">
                <a:solidFill>
                  <a:schemeClr val="lt1"/>
                </a:solidFill>
              </a:defRPr>
            </a:lvl3pPr>
            <a:lvl4pPr algn="ctr">
              <a:spcBef>
                <a:spcPts val="0"/>
              </a:spcBef>
              <a:spcAft>
                <a:spcPts val="0"/>
              </a:spcAft>
              <a:buNone/>
              <a:defRPr sz="3600">
                <a:solidFill>
                  <a:schemeClr val="lt1"/>
                </a:solidFill>
              </a:defRPr>
            </a:lvl4pPr>
            <a:lvl5pPr algn="ctr">
              <a:spcBef>
                <a:spcPts val="0"/>
              </a:spcBef>
              <a:spcAft>
                <a:spcPts val="0"/>
              </a:spcAft>
              <a:buNone/>
              <a:defRPr sz="3600">
                <a:solidFill>
                  <a:schemeClr val="lt1"/>
                </a:solidFill>
              </a:defRPr>
            </a:lvl5pPr>
            <a:lvl6pPr algn="ctr">
              <a:spcBef>
                <a:spcPts val="0"/>
              </a:spcBef>
              <a:spcAft>
                <a:spcPts val="0"/>
              </a:spcAft>
              <a:buNone/>
              <a:defRPr sz="3600">
                <a:solidFill>
                  <a:schemeClr val="lt1"/>
                </a:solidFill>
              </a:defRPr>
            </a:lvl6pPr>
            <a:lvl7pPr algn="ctr">
              <a:spcBef>
                <a:spcPts val="0"/>
              </a:spcBef>
              <a:spcAft>
                <a:spcPts val="0"/>
              </a:spcAft>
              <a:buNone/>
              <a:defRPr sz="3600">
                <a:solidFill>
                  <a:schemeClr val="lt1"/>
                </a:solidFill>
              </a:defRPr>
            </a:lvl7pPr>
            <a:lvl8pPr algn="ctr">
              <a:spcBef>
                <a:spcPts val="0"/>
              </a:spcBef>
              <a:spcAft>
                <a:spcPts val="0"/>
              </a:spcAft>
              <a:buNone/>
              <a:defRPr sz="3600">
                <a:solidFill>
                  <a:schemeClr val="lt1"/>
                </a:solidFill>
              </a:defRPr>
            </a:lvl8pPr>
            <a:lvl9pPr algn="ctr">
              <a:spcBef>
                <a:spcPts val="0"/>
              </a:spcBef>
              <a:spcAft>
                <a:spcPts val="0"/>
              </a:spcAft>
              <a:buNone/>
              <a:defRPr sz="3600">
                <a:solidFill>
                  <a:schemeClr val="lt1"/>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USTOM_4">
    <p:bg>
      <p:bgPr>
        <a:solidFill>
          <a:schemeClr val="dk1"/>
        </a:solidFill>
        <a:effectLst/>
      </p:bgPr>
    </p:bg>
    <p:spTree>
      <p:nvGrpSpPr>
        <p:cNvPr id="1" name=""/>
        <p:cNvGrpSpPr/>
        <p:nvPr/>
      </p:nvGrpSpPr>
      <p:grpSpPr>
        <a:xfrm>
          <a:off x="0" y="0"/>
          <a:ext cx="0" cy="0"/>
          <a:chOff x="0" y="0"/>
          <a:chExt cx="0" cy="0"/>
        </a:xfrm>
      </p:grpSpPr>
      <p:sp>
        <p:nvSpPr>
          <p:cNvPr id="84" name="Google Shape;84;p20">
            <a:extLst>
              <a:ext uri="{FF2B5EF4-FFF2-40B4-BE49-F238E27FC236}">
                <a16:creationId xmlns:a16="http://schemas.microsoft.com/office/drawing/2014/main" id="{99291EF7-C37B-468C-9F9A-7822BFE0ECD1}"/>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85" name="Google Shape;85;p20">
            <a:extLst>
              <a:ext uri="{FF2B5EF4-FFF2-40B4-BE49-F238E27FC236}">
                <a16:creationId xmlns:a16="http://schemas.microsoft.com/office/drawing/2014/main" id="{08CFAFF6-6535-4BCD-8987-74D53C02AE3A}"/>
              </a:ext>
            </a:extLst>
          </p:cNvPr>
          <p:cNvSpPr>
            <a:spLocks noGrp="1"/>
          </p:cNvSpPr>
          <p:nvPr>
            <p:ph type="title"/>
          </p:nvPr>
        </p:nvSpPr>
        <p:spPr>
          <a:xfrm>
            <a:off x="551100" y="445025"/>
            <a:ext cx="8041800" cy="4013400"/>
          </a:xfrm>
          <a:prstGeom prst="rect">
            <a:avLst/>
          </a:prstGeom>
        </p:spPr>
        <p:txBody>
          <a:bodyPr spcFirstLastPara="1" wrap="square" lIns="91425" tIns="91425" rIns="91425" bIns="91425" anchor="ctr">
            <a:noAutofit/>
          </a:bodyPr>
          <a:lstStyle>
            <a:lvl1pPr>
              <a:spcBef>
                <a:spcPts val="0"/>
              </a:spcBef>
              <a:spcAft>
                <a:spcPts val="0"/>
              </a:spcAft>
              <a:buNone/>
              <a:defRPr sz="4800">
                <a:solidFill>
                  <a:schemeClr val="lt1"/>
                </a:solidFill>
              </a:defRPr>
            </a:lvl1pPr>
            <a:lvl2pPr>
              <a:spcBef>
                <a:spcPts val="0"/>
              </a:spcBef>
              <a:spcAft>
                <a:spcPts val="0"/>
              </a:spcAft>
              <a:buNone/>
              <a:defRPr sz="4800">
                <a:solidFill>
                  <a:schemeClr val="lt1"/>
                </a:solidFill>
              </a:defRPr>
            </a:lvl2pPr>
            <a:lvl3pPr>
              <a:spcBef>
                <a:spcPts val="0"/>
              </a:spcBef>
              <a:spcAft>
                <a:spcPts val="0"/>
              </a:spcAft>
              <a:buNone/>
              <a:defRPr sz="4800">
                <a:solidFill>
                  <a:schemeClr val="lt1"/>
                </a:solidFill>
              </a:defRPr>
            </a:lvl3pPr>
            <a:lvl4pPr>
              <a:spcBef>
                <a:spcPts val="0"/>
              </a:spcBef>
              <a:spcAft>
                <a:spcPts val="0"/>
              </a:spcAft>
              <a:buNone/>
              <a:defRPr sz="4800">
                <a:solidFill>
                  <a:schemeClr val="lt1"/>
                </a:solidFill>
              </a:defRPr>
            </a:lvl4pPr>
            <a:lvl5pPr>
              <a:spcBef>
                <a:spcPts val="0"/>
              </a:spcBef>
              <a:spcAft>
                <a:spcPts val="0"/>
              </a:spcAft>
              <a:buNone/>
              <a:defRPr sz="4800">
                <a:solidFill>
                  <a:schemeClr val="lt1"/>
                </a:solidFill>
              </a:defRPr>
            </a:lvl5pPr>
            <a:lvl6pPr>
              <a:spcBef>
                <a:spcPts val="0"/>
              </a:spcBef>
              <a:spcAft>
                <a:spcPts val="0"/>
              </a:spcAft>
              <a:buNone/>
              <a:defRPr sz="4800">
                <a:solidFill>
                  <a:schemeClr val="lt1"/>
                </a:solidFill>
              </a:defRPr>
            </a:lvl6pPr>
            <a:lvl7pPr>
              <a:spcBef>
                <a:spcPts val="0"/>
              </a:spcBef>
              <a:spcAft>
                <a:spcPts val="0"/>
              </a:spcAft>
              <a:buNone/>
              <a:defRPr sz="4800">
                <a:solidFill>
                  <a:schemeClr val="lt1"/>
                </a:solidFill>
              </a:defRPr>
            </a:lvl7pPr>
            <a:lvl8pPr>
              <a:spcBef>
                <a:spcPts val="0"/>
              </a:spcBef>
              <a:spcAft>
                <a:spcPts val="0"/>
              </a:spcAft>
              <a:buNone/>
              <a:defRPr sz="4800">
                <a:solidFill>
                  <a:schemeClr val="lt1"/>
                </a:solidFill>
              </a:defRPr>
            </a:lvl8pPr>
            <a:lvl9pPr>
              <a:spcBef>
                <a:spcPts val="0"/>
              </a:spcBef>
              <a:spcAft>
                <a:spcPts val="0"/>
              </a:spcAft>
              <a:buNone/>
              <a:defRPr sz="4800">
                <a:solidFill>
                  <a:schemeClr val="lt1"/>
                </a:solidFil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USTOM_3">
    <p:bg>
      <p:bgPr>
        <a:solidFill>
          <a:schemeClr val="dk1"/>
        </a:solidFill>
        <a:effectLst/>
      </p:bgPr>
    </p:bg>
    <p:spTree>
      <p:nvGrpSpPr>
        <p:cNvPr id="1" name=""/>
        <p:cNvGrpSpPr/>
        <p:nvPr/>
      </p:nvGrpSpPr>
      <p:grpSpPr>
        <a:xfrm>
          <a:off x="0" y="0"/>
          <a:ext cx="0" cy="0"/>
          <a:chOff x="0" y="0"/>
          <a:chExt cx="0" cy="0"/>
        </a:xfrm>
      </p:grpSpPr>
      <p:sp>
        <p:nvSpPr>
          <p:cNvPr id="79" name="Google Shape;79;p19">
            <a:extLst>
              <a:ext uri="{FF2B5EF4-FFF2-40B4-BE49-F238E27FC236}">
                <a16:creationId xmlns:a16="http://schemas.microsoft.com/office/drawing/2014/main" id="{B617B5DC-EACE-4D8C-A8A3-6639811CC959}"/>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Autofit/>
          </a:bodyPr>
          <a:lstStyle>
            <a:lvl1pPr>
              <a:buNone/>
              <a:defRPr>
                <a:solidFill>
                  <a:schemeClr val="dk2"/>
                </a:solidFill>
              </a:defRPr>
            </a:lvl1pPr>
            <a:lvl2pPr>
              <a:buNone/>
              <a:defRPr>
                <a:solidFill>
                  <a:schemeClr val="dk2"/>
                </a:solidFill>
              </a:defRPr>
            </a:lvl2pPr>
            <a:lvl3pPr>
              <a:buNone/>
              <a:defRPr>
                <a:solidFill>
                  <a:schemeClr val="dk2"/>
                </a:solidFill>
              </a:defRPr>
            </a:lvl3pPr>
            <a:lvl4pPr>
              <a:buNone/>
              <a:defRPr>
                <a:solidFill>
                  <a:schemeClr val="dk2"/>
                </a:solidFill>
              </a:defRPr>
            </a:lvl4pPr>
            <a:lvl5pPr>
              <a:buNone/>
              <a:defRPr>
                <a:solidFill>
                  <a:schemeClr val="dk2"/>
                </a:solidFill>
              </a:defRPr>
            </a:lvl5pPr>
            <a:lvl6pPr>
              <a:buNone/>
              <a:defRPr>
                <a:solidFill>
                  <a:schemeClr val="dk2"/>
                </a:solidFill>
              </a:defRPr>
            </a:lvl6pPr>
            <a:lvl7pPr>
              <a:buNone/>
              <a:defRPr>
                <a:solidFill>
                  <a:schemeClr val="dk2"/>
                </a:solidFill>
              </a:defRPr>
            </a:lvl7pPr>
            <a:lvl8pPr>
              <a:buNone/>
              <a:defRPr>
                <a:solidFill>
                  <a:schemeClr val="dk2"/>
                </a:solidFill>
              </a:defRPr>
            </a:lvl8pPr>
            <a:lvl9pPr>
              <a:buNone/>
              <a:defRPr>
                <a:solidFill>
                  <a:schemeClr val="dk2"/>
                </a:solidFill>
              </a:defRPr>
            </a:lvl9pPr>
          </a:lstStyle>
          <a:p>
            <a:endParaRPr/>
          </a:p>
        </p:txBody>
      </p:sp>
      <p:sp>
        <p:nvSpPr>
          <p:cNvPr id="80" name="Google Shape;80;p19">
            <a:extLst>
              <a:ext uri="{FF2B5EF4-FFF2-40B4-BE49-F238E27FC236}">
                <a16:creationId xmlns:a16="http://schemas.microsoft.com/office/drawing/2014/main" id="{05779FDC-1EF0-40DB-9901-A2D7B5CB8D4E}"/>
              </a:ext>
            </a:extLst>
          </p:cNvPr>
          <p:cNvSpPr>
            <a:spLocks noGrp="1"/>
          </p:cNvSpPr>
          <p:nvPr>
            <p:ph type="body" idx="1"/>
          </p:nvPr>
        </p:nvSpPr>
        <p:spPr>
          <a:xfrm>
            <a:off x="578275" y="1599625"/>
            <a:ext cx="3775200" cy="32220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solidFill>
                  <a:schemeClr val="dk2"/>
                </a:solidFill>
              </a:defRPr>
            </a:lvl1pPr>
            <a:lvl2pPr marL="914400" indent="-336550">
              <a:spcBef>
                <a:spcPts val="1600"/>
              </a:spcBef>
              <a:spcAft>
                <a:spcPts val="0"/>
              </a:spcAft>
              <a:buChar char="○"/>
              <a:defRPr sz="1700">
                <a:solidFill>
                  <a:schemeClr val="dk2"/>
                </a:solidFill>
              </a:defRPr>
            </a:lvl2pPr>
            <a:lvl3pPr marL="1371600" indent="-336550">
              <a:spcBef>
                <a:spcPts val="1600"/>
              </a:spcBef>
              <a:spcAft>
                <a:spcPts val="0"/>
              </a:spcAft>
              <a:buChar char="■"/>
              <a:defRPr sz="1700">
                <a:solidFill>
                  <a:schemeClr val="dk2"/>
                </a:solidFill>
              </a:defRPr>
            </a:lvl3pPr>
            <a:lvl4pPr marL="1828800" indent="-336550">
              <a:spcBef>
                <a:spcPts val="1600"/>
              </a:spcBef>
              <a:spcAft>
                <a:spcPts val="0"/>
              </a:spcAft>
              <a:buChar char="●"/>
              <a:defRPr sz="1700">
                <a:solidFill>
                  <a:schemeClr val="dk2"/>
                </a:solidFill>
              </a:defRPr>
            </a:lvl4pPr>
            <a:lvl5pPr marL="2286000" indent="-336550">
              <a:spcBef>
                <a:spcPts val="1600"/>
              </a:spcBef>
              <a:spcAft>
                <a:spcPts val="0"/>
              </a:spcAft>
              <a:buChar char="○"/>
              <a:defRPr sz="1700">
                <a:solidFill>
                  <a:schemeClr val="dk2"/>
                </a:solidFill>
              </a:defRPr>
            </a:lvl5pPr>
            <a:lvl6pPr marL="2743200" indent="-336550">
              <a:spcBef>
                <a:spcPts val="1600"/>
              </a:spcBef>
              <a:spcAft>
                <a:spcPts val="0"/>
              </a:spcAft>
              <a:buChar char="■"/>
              <a:defRPr sz="1700">
                <a:solidFill>
                  <a:schemeClr val="dk2"/>
                </a:solidFill>
              </a:defRPr>
            </a:lvl6pPr>
            <a:lvl7pPr marL="3200400" indent="-336550">
              <a:spcBef>
                <a:spcPts val="1600"/>
              </a:spcBef>
              <a:spcAft>
                <a:spcPts val="0"/>
              </a:spcAft>
              <a:buChar char="●"/>
              <a:defRPr sz="1700">
                <a:solidFill>
                  <a:schemeClr val="dk2"/>
                </a:solidFill>
              </a:defRPr>
            </a:lvl7pPr>
            <a:lvl8pPr marL="3657600" indent="-336550">
              <a:spcBef>
                <a:spcPts val="1600"/>
              </a:spcBef>
              <a:spcAft>
                <a:spcPts val="0"/>
              </a:spcAft>
              <a:buChar char="○"/>
              <a:defRPr sz="1700">
                <a:solidFill>
                  <a:schemeClr val="dk2"/>
                </a:solidFill>
              </a:defRPr>
            </a:lvl8pPr>
            <a:lvl9pPr marL="4114800" indent="-336550">
              <a:spcBef>
                <a:spcPts val="1600"/>
              </a:spcBef>
              <a:spcAft>
                <a:spcPts val="1600"/>
              </a:spcAft>
              <a:buChar char="■"/>
              <a:defRPr sz="1700">
                <a:solidFill>
                  <a:schemeClr val="dk2"/>
                </a:solidFill>
              </a:defRPr>
            </a:lvl9pPr>
          </a:lstStyle>
          <a:p>
            <a:endParaRPr/>
          </a:p>
        </p:txBody>
      </p:sp>
      <p:sp>
        <p:nvSpPr>
          <p:cNvPr id="81" name="Google Shape;81;p19">
            <a:extLst>
              <a:ext uri="{FF2B5EF4-FFF2-40B4-BE49-F238E27FC236}">
                <a16:creationId xmlns:a16="http://schemas.microsoft.com/office/drawing/2014/main" id="{99DD87AB-0BA6-457D-A690-C3F3F87FB9C5}"/>
              </a:ext>
            </a:extLst>
          </p:cNvPr>
          <p:cNvSpPr>
            <a:spLocks noGrp="1"/>
          </p:cNvSpPr>
          <p:nvPr>
            <p:ph type="body" idx="2"/>
          </p:nvPr>
        </p:nvSpPr>
        <p:spPr>
          <a:xfrm>
            <a:off x="4817702" y="1599625"/>
            <a:ext cx="3775200" cy="3222000"/>
          </a:xfrm>
          <a:prstGeom prst="rect">
            <a:avLst/>
          </a:prstGeom>
        </p:spPr>
        <p:txBody>
          <a:bodyPr spcFirstLastPara="1" wrap="square" lIns="91425" tIns="91425" rIns="91425" bIns="91425" anchor="t">
            <a:noAutofit/>
          </a:bodyPr>
          <a:lstStyle>
            <a:lvl1pPr marL="457200" indent="-336550">
              <a:spcBef>
                <a:spcPts val="0"/>
              </a:spcBef>
              <a:spcAft>
                <a:spcPts val="0"/>
              </a:spcAft>
              <a:buChar char="●"/>
              <a:defRPr sz="1700">
                <a:solidFill>
                  <a:schemeClr val="dk2"/>
                </a:solidFill>
              </a:defRPr>
            </a:lvl1pPr>
            <a:lvl2pPr marL="914400" indent="-336550">
              <a:spcBef>
                <a:spcPts val="1600"/>
              </a:spcBef>
              <a:spcAft>
                <a:spcPts val="0"/>
              </a:spcAft>
              <a:buChar char="○"/>
              <a:defRPr sz="1700">
                <a:solidFill>
                  <a:schemeClr val="dk2"/>
                </a:solidFill>
              </a:defRPr>
            </a:lvl2pPr>
            <a:lvl3pPr marL="1371600" indent="-336550">
              <a:spcBef>
                <a:spcPts val="1600"/>
              </a:spcBef>
              <a:spcAft>
                <a:spcPts val="0"/>
              </a:spcAft>
              <a:buChar char="■"/>
              <a:defRPr sz="1700">
                <a:solidFill>
                  <a:schemeClr val="dk2"/>
                </a:solidFill>
              </a:defRPr>
            </a:lvl3pPr>
            <a:lvl4pPr marL="1828800" indent="-336550">
              <a:spcBef>
                <a:spcPts val="1600"/>
              </a:spcBef>
              <a:spcAft>
                <a:spcPts val="0"/>
              </a:spcAft>
              <a:buChar char="●"/>
              <a:defRPr sz="1700">
                <a:solidFill>
                  <a:schemeClr val="dk2"/>
                </a:solidFill>
              </a:defRPr>
            </a:lvl4pPr>
            <a:lvl5pPr marL="2286000" indent="-336550">
              <a:spcBef>
                <a:spcPts val="1600"/>
              </a:spcBef>
              <a:spcAft>
                <a:spcPts val="0"/>
              </a:spcAft>
              <a:buChar char="○"/>
              <a:defRPr sz="1700">
                <a:solidFill>
                  <a:schemeClr val="dk2"/>
                </a:solidFill>
              </a:defRPr>
            </a:lvl5pPr>
            <a:lvl6pPr marL="2743200" indent="-336550">
              <a:spcBef>
                <a:spcPts val="1600"/>
              </a:spcBef>
              <a:spcAft>
                <a:spcPts val="0"/>
              </a:spcAft>
              <a:buChar char="■"/>
              <a:defRPr sz="1700">
                <a:solidFill>
                  <a:schemeClr val="dk2"/>
                </a:solidFill>
              </a:defRPr>
            </a:lvl6pPr>
            <a:lvl7pPr marL="3200400" indent="-336550">
              <a:spcBef>
                <a:spcPts val="1600"/>
              </a:spcBef>
              <a:spcAft>
                <a:spcPts val="0"/>
              </a:spcAft>
              <a:buChar char="●"/>
              <a:defRPr sz="1700">
                <a:solidFill>
                  <a:schemeClr val="dk2"/>
                </a:solidFill>
              </a:defRPr>
            </a:lvl7pPr>
            <a:lvl8pPr marL="3657600" indent="-336550">
              <a:spcBef>
                <a:spcPts val="1600"/>
              </a:spcBef>
              <a:spcAft>
                <a:spcPts val="0"/>
              </a:spcAft>
              <a:buChar char="○"/>
              <a:defRPr sz="1700">
                <a:solidFill>
                  <a:schemeClr val="dk2"/>
                </a:solidFill>
              </a:defRPr>
            </a:lvl8pPr>
            <a:lvl9pPr marL="4114800" indent="-336550">
              <a:spcBef>
                <a:spcPts val="1600"/>
              </a:spcBef>
              <a:spcAft>
                <a:spcPts val="1600"/>
              </a:spcAft>
              <a:buChar char="■"/>
              <a:defRPr sz="1700">
                <a:solidFill>
                  <a:schemeClr val="dk2"/>
                </a:solidFill>
              </a:defRPr>
            </a:lvl9pPr>
          </a:lstStyle>
          <a:p>
            <a:endParaRPr/>
          </a:p>
        </p:txBody>
      </p:sp>
      <p:sp>
        <p:nvSpPr>
          <p:cNvPr id="82" name="Google Shape;82;p19">
            <a:extLst>
              <a:ext uri="{FF2B5EF4-FFF2-40B4-BE49-F238E27FC236}">
                <a16:creationId xmlns:a16="http://schemas.microsoft.com/office/drawing/2014/main" id="{26164C0E-D8DA-4426-A307-6AF6167ACECA}"/>
              </a:ext>
            </a:extLst>
          </p:cNvPr>
          <p:cNvSpPr>
            <a:spLocks noGrp="1"/>
          </p:cNvSpPr>
          <p:nvPr>
            <p:ph type="title"/>
          </p:nvPr>
        </p:nvSpPr>
        <p:spPr>
          <a:xfrm>
            <a:off x="578275" y="445025"/>
            <a:ext cx="8014500" cy="964500"/>
          </a:xfrm>
          <a:prstGeom prst="rect">
            <a:avLst/>
          </a:prstGeom>
        </p:spPr>
        <p:txBody>
          <a:bodyPr spcFirstLastPara="1" wrap="square" lIns="91425" tIns="91425" rIns="91425" bIns="91425" anchor="ctr">
            <a:noAutofit/>
          </a:bodyPr>
          <a:lstStyle>
            <a:lvl1pPr>
              <a:spcBef>
                <a:spcPts val="0"/>
              </a:spcBef>
              <a:spcAft>
                <a:spcPts val="0"/>
              </a:spcAft>
              <a:buNone/>
              <a:defRPr>
                <a:solidFill>
                  <a:schemeClr val="lt1"/>
                </a:solidFill>
              </a:defRPr>
            </a:lvl1pPr>
            <a:lvl2pPr>
              <a:spcBef>
                <a:spcPts val="0"/>
              </a:spcBef>
              <a:spcAft>
                <a:spcPts val="0"/>
              </a:spcAft>
              <a:buNone/>
              <a:defRPr>
                <a:solidFill>
                  <a:schemeClr val="lt1"/>
                </a:solidFill>
              </a:defRPr>
            </a:lvl2pPr>
            <a:lvl3pPr>
              <a:spcBef>
                <a:spcPts val="0"/>
              </a:spcBef>
              <a:spcAft>
                <a:spcPts val="0"/>
              </a:spcAft>
              <a:buNone/>
              <a:defRPr>
                <a:solidFill>
                  <a:schemeClr val="lt1"/>
                </a:solidFill>
              </a:defRPr>
            </a:lvl3pPr>
            <a:lvl4pPr>
              <a:spcBef>
                <a:spcPts val="0"/>
              </a:spcBef>
              <a:spcAft>
                <a:spcPts val="0"/>
              </a:spcAft>
              <a:buNone/>
              <a:defRPr>
                <a:solidFill>
                  <a:schemeClr val="lt1"/>
                </a:solidFill>
              </a:defRPr>
            </a:lvl4pPr>
            <a:lvl5pPr>
              <a:spcBef>
                <a:spcPts val="0"/>
              </a:spcBef>
              <a:spcAft>
                <a:spcPts val="0"/>
              </a:spcAft>
              <a:buNone/>
              <a:defRPr>
                <a:solidFill>
                  <a:schemeClr val="lt1"/>
                </a:solidFill>
              </a:defRPr>
            </a:lvl5pPr>
            <a:lvl6pPr>
              <a:spcBef>
                <a:spcPts val="0"/>
              </a:spcBef>
              <a:spcAft>
                <a:spcPts val="0"/>
              </a:spcAft>
              <a:buNone/>
              <a:defRPr>
                <a:solidFill>
                  <a:schemeClr val="lt1"/>
                </a:solidFill>
              </a:defRPr>
            </a:lvl6pPr>
            <a:lvl7pPr>
              <a:spcBef>
                <a:spcPts val="0"/>
              </a:spcBef>
              <a:spcAft>
                <a:spcPts val="0"/>
              </a:spcAft>
              <a:buNone/>
              <a:defRPr>
                <a:solidFill>
                  <a:schemeClr val="lt1"/>
                </a:solidFill>
              </a:defRPr>
            </a:lvl7pPr>
            <a:lvl8pPr>
              <a:spcBef>
                <a:spcPts val="0"/>
              </a:spcBef>
              <a:spcAft>
                <a:spcPts val="0"/>
              </a:spcAft>
              <a:buNone/>
              <a:defRPr>
                <a:solidFill>
                  <a:schemeClr val="lt1"/>
                </a:solidFill>
              </a:defRPr>
            </a:lvl8pPr>
            <a:lvl9pPr>
              <a:spcBef>
                <a:spcPts val="0"/>
              </a:spcBef>
              <a:spcAft>
                <a:spcPts val="0"/>
              </a:spcAft>
              <a:buNone/>
              <a:defRPr>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28E9CC0E-792D-44BD-AA31-F74722F4CF87}"/>
              </a:ext>
            </a:extLst>
          </p:cNvPr>
          <p:cNvSpPr>
            <a:spLocks noGrp="1"/>
          </p:cNvSpPr>
          <p:nvPr>
            <p:ph type="title"/>
          </p:nvPr>
        </p:nvSpPr>
        <p:spPr>
          <a:xfrm>
            <a:off x="578275" y="445025"/>
            <a:ext cx="8041800" cy="964500"/>
          </a:xfrm>
          <a:prstGeom prst="rect">
            <a:avLst/>
          </a:prstGeom>
          <a:noFill/>
          <a:ln>
            <a:noFill/>
          </a:ln>
        </p:spPr>
        <p:txBody>
          <a:bodyPr spcFirstLastPara="1" wrap="square" lIns="91425" tIns="91425" rIns="91425" bIns="91425" anchor="ctr">
            <a:noAutofit/>
          </a:bodyPr>
          <a:lstStyle>
            <a:lvl1pPr>
              <a:spcBef>
                <a:spcPts val="0"/>
              </a:spcBef>
              <a:spcAft>
                <a:spcPts val="0"/>
              </a:spcAft>
              <a:buNone/>
              <a:defRPr sz="2800" b="1">
                <a:solidFill>
                  <a:schemeClr val="dk1"/>
                </a:solidFill>
                <a:latin typeface="Montserrat"/>
                <a:ea typeface="Montserrat"/>
                <a:cs typeface="Montserrat"/>
              </a:defRPr>
            </a:lvl1pPr>
            <a:lvl2pPr>
              <a:spcBef>
                <a:spcPts val="0"/>
              </a:spcBef>
              <a:spcAft>
                <a:spcPts val="0"/>
              </a:spcAft>
              <a:buNone/>
              <a:defRPr sz="2800">
                <a:solidFill>
                  <a:schemeClr val="dk1"/>
                </a:solidFill>
              </a:defRPr>
            </a:lvl2pPr>
            <a:lvl3pPr>
              <a:spcBef>
                <a:spcPts val="0"/>
              </a:spcBef>
              <a:spcAft>
                <a:spcPts val="0"/>
              </a:spcAft>
              <a:buNone/>
              <a:defRPr sz="2800">
                <a:solidFill>
                  <a:schemeClr val="dk1"/>
                </a:solidFill>
              </a:defRPr>
            </a:lvl3pPr>
            <a:lvl4pPr>
              <a:spcBef>
                <a:spcPts val="0"/>
              </a:spcBef>
              <a:spcAft>
                <a:spcPts val="0"/>
              </a:spcAft>
              <a:buNone/>
              <a:defRPr sz="2800">
                <a:solidFill>
                  <a:schemeClr val="dk1"/>
                </a:solidFill>
              </a:defRPr>
            </a:lvl4pPr>
            <a:lvl5pPr>
              <a:spcBef>
                <a:spcPts val="0"/>
              </a:spcBef>
              <a:spcAft>
                <a:spcPts val="0"/>
              </a:spcAft>
              <a:buNone/>
              <a:defRPr sz="2800">
                <a:solidFill>
                  <a:schemeClr val="dk1"/>
                </a:solidFill>
              </a:defRPr>
            </a:lvl5pPr>
            <a:lvl6pPr>
              <a:spcBef>
                <a:spcPts val="0"/>
              </a:spcBef>
              <a:spcAft>
                <a:spcPts val="0"/>
              </a:spcAft>
              <a:buNone/>
              <a:defRPr sz="2800">
                <a:solidFill>
                  <a:schemeClr val="dk1"/>
                </a:solidFill>
              </a:defRPr>
            </a:lvl6pPr>
            <a:lvl7pPr>
              <a:spcBef>
                <a:spcPts val="0"/>
              </a:spcBef>
              <a:spcAft>
                <a:spcPts val="0"/>
              </a:spcAft>
              <a:buNone/>
              <a:defRPr sz="2800">
                <a:solidFill>
                  <a:schemeClr val="dk1"/>
                </a:solidFill>
              </a:defRPr>
            </a:lvl7pPr>
            <a:lvl8pPr>
              <a:spcBef>
                <a:spcPts val="0"/>
              </a:spcBef>
              <a:spcAft>
                <a:spcPts val="0"/>
              </a:spcAft>
              <a:buNone/>
              <a:defRPr sz="2800">
                <a:solidFill>
                  <a:schemeClr val="dk1"/>
                </a:solidFill>
              </a:defRPr>
            </a:lvl8pPr>
            <a:lvl9pPr>
              <a:spcBef>
                <a:spcPts val="0"/>
              </a:spcBef>
              <a:spcAft>
                <a:spcPts val="0"/>
              </a:spcAft>
              <a:buNone/>
              <a:defRPr sz="2800">
                <a:solidFill>
                  <a:schemeClr val="dk1"/>
                </a:solidFill>
              </a:defRPr>
            </a:lvl9pPr>
          </a:lstStyle>
          <a:p>
            <a:endParaRPr/>
          </a:p>
        </p:txBody>
      </p:sp>
      <p:sp>
        <p:nvSpPr>
          <p:cNvPr id="7" name="Google Shape;7;p1">
            <a:extLst>
              <a:ext uri="{FF2B5EF4-FFF2-40B4-BE49-F238E27FC236}">
                <a16:creationId xmlns:a16="http://schemas.microsoft.com/office/drawing/2014/main" id="{4E2D2399-3CE6-489E-9148-8807C6D2D82D}"/>
              </a:ext>
            </a:extLst>
          </p:cNvPr>
          <p:cNvSpPr>
            <a:spLocks noGrp="1"/>
          </p:cNvSpPr>
          <p:nvPr>
            <p:ph type="body" idx="1"/>
          </p:nvPr>
        </p:nvSpPr>
        <p:spPr>
          <a:xfrm>
            <a:off x="578275" y="1572200"/>
            <a:ext cx="8041800" cy="3234900"/>
          </a:xfrm>
          <a:prstGeom prst="rect">
            <a:avLst/>
          </a:prstGeom>
          <a:noFill/>
          <a:ln>
            <a:noFill/>
          </a:ln>
        </p:spPr>
        <p:txBody>
          <a:bodyPr spcFirstLastPara="1" wrap="square" lIns="91425" tIns="91425" rIns="91425" bIns="91425" anchor="t">
            <a:noAutofit/>
          </a:bodyPr>
          <a:lstStyle>
            <a:lvl1pPr marL="457200" indent="-349250">
              <a:lnSpc>
                <a:spcPct val="130000"/>
              </a:lnSpc>
              <a:spcBef>
                <a:spcPts val="0"/>
              </a:spcBef>
              <a:spcAft>
                <a:spcPts val="0"/>
              </a:spcAft>
              <a:buChar char="●"/>
              <a:defRPr sz="1900">
                <a:solidFill>
                  <a:schemeClr val="lt2"/>
                </a:solidFill>
                <a:latin typeface="Work Sans"/>
                <a:ea typeface="Work Sans"/>
                <a:cs typeface="Work Sans"/>
              </a:defRPr>
            </a:lvl1pPr>
            <a:lvl2pPr marL="914400" indent="-349250">
              <a:lnSpc>
                <a:spcPct val="130000"/>
              </a:lnSpc>
              <a:spcBef>
                <a:spcPts val="1600"/>
              </a:spcBef>
              <a:spcAft>
                <a:spcPts val="0"/>
              </a:spcAft>
              <a:buChar char="○"/>
              <a:defRPr sz="1900">
                <a:solidFill>
                  <a:schemeClr val="lt2"/>
                </a:solidFill>
                <a:latin typeface="Work Sans"/>
                <a:ea typeface="Work Sans"/>
                <a:cs typeface="Work Sans"/>
              </a:defRPr>
            </a:lvl2pPr>
            <a:lvl3pPr marL="1371600" indent="-349250">
              <a:lnSpc>
                <a:spcPct val="130000"/>
              </a:lnSpc>
              <a:spcBef>
                <a:spcPts val="1600"/>
              </a:spcBef>
              <a:spcAft>
                <a:spcPts val="0"/>
              </a:spcAft>
              <a:buChar char="■"/>
              <a:defRPr sz="1900">
                <a:solidFill>
                  <a:schemeClr val="lt2"/>
                </a:solidFill>
                <a:latin typeface="Work Sans"/>
                <a:ea typeface="Work Sans"/>
                <a:cs typeface="Work Sans"/>
              </a:defRPr>
            </a:lvl3pPr>
            <a:lvl4pPr marL="1828800" indent="-349250">
              <a:lnSpc>
                <a:spcPct val="130000"/>
              </a:lnSpc>
              <a:spcBef>
                <a:spcPts val="1600"/>
              </a:spcBef>
              <a:spcAft>
                <a:spcPts val="0"/>
              </a:spcAft>
              <a:buChar char="●"/>
              <a:defRPr sz="1900">
                <a:solidFill>
                  <a:schemeClr val="lt2"/>
                </a:solidFill>
                <a:latin typeface="Work Sans"/>
                <a:ea typeface="Work Sans"/>
                <a:cs typeface="Work Sans"/>
              </a:defRPr>
            </a:lvl4pPr>
            <a:lvl5pPr marL="2286000" indent="-349250">
              <a:lnSpc>
                <a:spcPct val="130000"/>
              </a:lnSpc>
              <a:spcBef>
                <a:spcPts val="1600"/>
              </a:spcBef>
              <a:spcAft>
                <a:spcPts val="0"/>
              </a:spcAft>
              <a:buChar char="○"/>
              <a:defRPr sz="1900">
                <a:solidFill>
                  <a:schemeClr val="lt2"/>
                </a:solidFill>
                <a:latin typeface="Work Sans"/>
                <a:ea typeface="Work Sans"/>
                <a:cs typeface="Work Sans"/>
              </a:defRPr>
            </a:lvl5pPr>
            <a:lvl6pPr marL="2743200" indent="-349250">
              <a:lnSpc>
                <a:spcPct val="130000"/>
              </a:lnSpc>
              <a:spcBef>
                <a:spcPts val="1600"/>
              </a:spcBef>
              <a:spcAft>
                <a:spcPts val="0"/>
              </a:spcAft>
              <a:buChar char="■"/>
              <a:defRPr sz="1900">
                <a:solidFill>
                  <a:schemeClr val="lt2"/>
                </a:solidFill>
                <a:latin typeface="Work Sans"/>
                <a:ea typeface="Work Sans"/>
                <a:cs typeface="Work Sans"/>
              </a:defRPr>
            </a:lvl6pPr>
            <a:lvl7pPr marL="3200400" indent="-349250">
              <a:lnSpc>
                <a:spcPct val="130000"/>
              </a:lnSpc>
              <a:spcBef>
                <a:spcPts val="1600"/>
              </a:spcBef>
              <a:spcAft>
                <a:spcPts val="0"/>
              </a:spcAft>
              <a:buChar char="●"/>
              <a:defRPr sz="1900">
                <a:solidFill>
                  <a:schemeClr val="lt2"/>
                </a:solidFill>
                <a:latin typeface="Work Sans"/>
                <a:ea typeface="Work Sans"/>
                <a:cs typeface="Work Sans"/>
              </a:defRPr>
            </a:lvl7pPr>
            <a:lvl8pPr marL="3657600" indent="-349250">
              <a:lnSpc>
                <a:spcPct val="130000"/>
              </a:lnSpc>
              <a:spcBef>
                <a:spcPts val="1600"/>
              </a:spcBef>
              <a:spcAft>
                <a:spcPts val="0"/>
              </a:spcAft>
              <a:buChar char="○"/>
              <a:defRPr sz="1900">
                <a:solidFill>
                  <a:schemeClr val="lt2"/>
                </a:solidFill>
                <a:latin typeface="Work Sans"/>
                <a:ea typeface="Work Sans"/>
                <a:cs typeface="Work Sans"/>
              </a:defRPr>
            </a:lvl8pPr>
            <a:lvl9pPr marL="4114800" indent="-349250">
              <a:lnSpc>
                <a:spcPct val="130000"/>
              </a:lnSpc>
              <a:spcBef>
                <a:spcPts val="1600"/>
              </a:spcBef>
              <a:spcAft>
                <a:spcPts val="1600"/>
              </a:spcAft>
              <a:buChar char="■"/>
              <a:defRPr sz="1900">
                <a:solidFill>
                  <a:schemeClr val="lt2"/>
                </a:solidFill>
                <a:latin typeface="Work Sans"/>
                <a:ea typeface="Work Sans"/>
                <a:cs typeface="Work Sans"/>
              </a:defRPr>
            </a:lvl9pPr>
          </a:lstStyle>
          <a:p>
            <a:endParaRPr/>
          </a:p>
        </p:txBody>
      </p:sp>
      <p:sp>
        <p:nvSpPr>
          <p:cNvPr id="8" name="Google Shape;8;p1">
            <a:extLst>
              <a:ext uri="{FF2B5EF4-FFF2-40B4-BE49-F238E27FC236}">
                <a16:creationId xmlns:a16="http://schemas.microsoft.com/office/drawing/2014/main" id="{EF972AF5-9FB1-486B-88B0-D3270AC7675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Autofit/>
          </a:bodyPr>
          <a:lstStyle>
            <a:lvl1pPr algn="r">
              <a:buNone/>
              <a:defRPr sz="1000">
                <a:solidFill>
                  <a:schemeClr val="lt2"/>
                </a:solidFill>
                <a:latin typeface="Work Sans"/>
                <a:ea typeface="Work Sans"/>
                <a:cs typeface="Work Sans"/>
              </a:defRPr>
            </a:lvl1pPr>
            <a:lvl2pPr algn="r">
              <a:buNone/>
              <a:defRPr sz="1000">
                <a:solidFill>
                  <a:schemeClr val="lt2"/>
                </a:solidFill>
                <a:latin typeface="Work Sans"/>
                <a:ea typeface="Work Sans"/>
                <a:cs typeface="Work Sans"/>
              </a:defRPr>
            </a:lvl2pPr>
            <a:lvl3pPr algn="r">
              <a:buNone/>
              <a:defRPr sz="1000">
                <a:solidFill>
                  <a:schemeClr val="lt2"/>
                </a:solidFill>
                <a:latin typeface="Work Sans"/>
                <a:ea typeface="Work Sans"/>
                <a:cs typeface="Work Sans"/>
              </a:defRPr>
            </a:lvl3pPr>
            <a:lvl4pPr algn="r">
              <a:buNone/>
              <a:defRPr sz="1000">
                <a:solidFill>
                  <a:schemeClr val="lt2"/>
                </a:solidFill>
                <a:latin typeface="Work Sans"/>
                <a:ea typeface="Work Sans"/>
                <a:cs typeface="Work Sans"/>
              </a:defRPr>
            </a:lvl4pPr>
            <a:lvl5pPr algn="r">
              <a:buNone/>
              <a:defRPr sz="1000">
                <a:solidFill>
                  <a:schemeClr val="lt2"/>
                </a:solidFill>
                <a:latin typeface="Work Sans"/>
                <a:ea typeface="Work Sans"/>
                <a:cs typeface="Work Sans"/>
              </a:defRPr>
            </a:lvl5pPr>
            <a:lvl6pPr algn="r">
              <a:buNone/>
              <a:defRPr sz="1000">
                <a:solidFill>
                  <a:schemeClr val="lt2"/>
                </a:solidFill>
                <a:latin typeface="Work Sans"/>
                <a:ea typeface="Work Sans"/>
                <a:cs typeface="Work Sans"/>
              </a:defRPr>
            </a:lvl6pPr>
            <a:lvl7pPr algn="r">
              <a:buNone/>
              <a:defRPr sz="1000">
                <a:solidFill>
                  <a:schemeClr val="lt2"/>
                </a:solidFill>
                <a:latin typeface="Work Sans"/>
                <a:ea typeface="Work Sans"/>
                <a:cs typeface="Work Sans"/>
              </a:defRPr>
            </a:lvl7pPr>
            <a:lvl8pPr algn="r">
              <a:buNone/>
              <a:defRPr sz="1000">
                <a:solidFill>
                  <a:schemeClr val="lt2"/>
                </a:solidFill>
                <a:latin typeface="Work Sans"/>
                <a:ea typeface="Work Sans"/>
                <a:cs typeface="Work Sans"/>
              </a:defRPr>
            </a:lvl8pPr>
            <a:lvl9pPr algn="r">
              <a:buNone/>
              <a:defRPr sz="1000">
                <a:solidFill>
                  <a:schemeClr val="lt2"/>
                </a:solidFill>
                <a:latin typeface="Work Sans"/>
                <a:ea typeface="Work Sans"/>
                <a:cs typeface="Work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609600"/>
            <a:ext cx="7810500" cy="161925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550" b="1" dirty="0" err="1">
                <a:solidFill>
                  <a:srgbClr val="FCFDF2"/>
                </a:solidFill>
                <a:latin typeface="Montserrat ExtraBold"/>
                <a:ea typeface="Montserrat ExtraBold"/>
                <a:cs typeface="Montserrat ExtraBold"/>
              </a:rPr>
              <a:t>TTCタイヤデータを用いた</a:t>
            </a:r>
            <a:endParaRPr sz="2550" b="1" dirty="0">
              <a:solidFill>
                <a:srgbClr val="FCFDF2"/>
              </a:solidFill>
              <a:latin typeface="Montserrat ExtraBold"/>
              <a:ea typeface="Montserrat ExtraBold"/>
              <a:cs typeface="Montserrat ExtraBold"/>
            </a:endParaRPr>
          </a:p>
          <a:p>
            <a:pPr marL="0" indent="0" algn="l">
              <a:spcBef>
                <a:spcPts val="0"/>
              </a:spcBef>
              <a:spcAft>
                <a:spcPts val="0"/>
              </a:spcAft>
              <a:buNone/>
            </a:pPr>
            <a:r>
              <a:rPr lang="ja-JP" altLang="en-US" sz="2550">
                <a:solidFill>
                  <a:srgbClr val="FCFDF2"/>
                </a:solidFill>
                <a:latin typeface="Montserrat ExtraBold"/>
                <a:ea typeface="Montserrat ExtraBold"/>
                <a:cs typeface="Montserrat ExtraBold"/>
              </a:rPr>
              <a:t>タイヤ力</a:t>
            </a:r>
            <a:r>
              <a:rPr sz="2550" b="1" dirty="0">
                <a:solidFill>
                  <a:srgbClr val="FCFDF2"/>
                </a:solidFill>
                <a:latin typeface="Montserrat ExtraBold"/>
                <a:ea typeface="Montserrat ExtraBold"/>
                <a:cs typeface="Montserrat ExtraBold"/>
              </a:rPr>
              <a:t> </a:t>
            </a:r>
            <a:r>
              <a:rPr sz="2550" b="1" dirty="0" err="1">
                <a:solidFill>
                  <a:srgbClr val="FCFDF2"/>
                </a:solidFill>
                <a:latin typeface="Montserrat ExtraBold"/>
                <a:ea typeface="Montserrat ExtraBold"/>
                <a:cs typeface="Montserrat ExtraBold"/>
              </a:rPr>
              <a:t>の重回帰分析</a:t>
            </a:r>
            <a:endParaRPr sz="2550" b="1" dirty="0">
              <a:solidFill>
                <a:srgbClr val="FCFDF2"/>
              </a:solidFill>
              <a:latin typeface="Montserrat ExtraBold"/>
              <a:ea typeface="Montserrat ExtraBold"/>
              <a:cs typeface="Montserrat ExtraBold"/>
            </a:endParaRP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2343150"/>
            <a:ext cx="7810500" cy="47625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1350" b="0" dirty="0">
                <a:solidFill>
                  <a:srgbClr val="C8C7BA"/>
                </a:solidFill>
                <a:latin typeface="ＭＳ Ｐゴシック"/>
                <a:ea typeface="ＭＳ Ｐゴシック"/>
                <a:cs typeface="ＭＳ Ｐゴシック"/>
              </a:rPr>
              <a:t>Hoosier_18p0X6p0-10_R20_Rim6 </a:t>
            </a:r>
            <a:r>
              <a:rPr sz="1350" b="0" dirty="0" err="1">
                <a:solidFill>
                  <a:srgbClr val="C8C7BA"/>
                </a:solidFill>
                <a:latin typeface="ＭＳ Ｐゴシック"/>
                <a:ea typeface="ＭＳ Ｐゴシック"/>
                <a:cs typeface="ＭＳ Ｐゴシック"/>
              </a:rPr>
              <a:t>を対象とした</a:t>
            </a:r>
            <a:r>
              <a:rPr sz="1350" b="0" dirty="0">
                <a:solidFill>
                  <a:srgbClr val="C8C7BA"/>
                </a:solidFill>
                <a:latin typeface="ＭＳ Ｐゴシック"/>
                <a:ea typeface="ＭＳ Ｐゴシック"/>
                <a:cs typeface="ＭＳ Ｐゴシック"/>
              </a:rPr>
              <a:t> </a:t>
            </a:r>
            <a:r>
              <a:rPr sz="1350" b="0" dirty="0" err="1">
                <a:solidFill>
                  <a:srgbClr val="C8C7BA"/>
                </a:solidFill>
                <a:latin typeface="ＭＳ Ｐゴシック"/>
                <a:ea typeface="ＭＳ Ｐゴシック"/>
                <a:cs typeface="ＭＳ Ｐゴシック"/>
              </a:rPr>
              <a:t>Fx</a:t>
            </a:r>
            <a:r>
              <a:rPr sz="1350" b="0" dirty="0">
                <a:solidFill>
                  <a:srgbClr val="C8C7BA"/>
                </a:solidFill>
                <a:latin typeface="ＭＳ Ｐゴシック"/>
                <a:ea typeface="ＭＳ Ｐゴシック"/>
                <a:cs typeface="ＭＳ Ｐゴシック"/>
              </a:rPr>
              <a:t> </a:t>
            </a:r>
            <a:r>
              <a:rPr sz="1350" b="0" dirty="0" err="1">
                <a:solidFill>
                  <a:srgbClr val="C8C7BA"/>
                </a:solidFill>
                <a:latin typeface="ＭＳ Ｐゴシック"/>
                <a:ea typeface="ＭＳ Ｐゴシック"/>
                <a:cs typeface="ＭＳ Ｐゴシック"/>
              </a:rPr>
              <a:t>主解析と</a:t>
            </a:r>
            <a:r>
              <a:rPr sz="1350" b="0" dirty="0">
                <a:solidFill>
                  <a:srgbClr val="C8C7BA"/>
                </a:solidFill>
                <a:latin typeface="ＭＳ Ｐゴシック"/>
                <a:ea typeface="ＭＳ Ｐゴシック"/>
                <a:cs typeface="ＭＳ Ｐゴシック"/>
              </a:rPr>
              <a:t> Fy </a:t>
            </a:r>
            <a:r>
              <a:rPr sz="1350" b="0" dirty="0" err="1">
                <a:solidFill>
                  <a:srgbClr val="C8C7BA"/>
                </a:solidFill>
                <a:latin typeface="ＭＳ Ｐゴシック"/>
                <a:ea typeface="ＭＳ Ｐゴシック"/>
                <a:cs typeface="ＭＳ Ｐゴシック"/>
              </a:rPr>
              <a:t>比較</a:t>
            </a:r>
            <a:endParaRPr sz="1350" b="0" dirty="0">
              <a:solidFill>
                <a:srgbClr val="C8C7BA"/>
              </a:solidFill>
              <a:latin typeface="ＭＳ Ｐゴシック"/>
              <a:ea typeface="ＭＳ Ｐゴシック"/>
              <a:cs typeface="ＭＳ Ｐゴシック"/>
            </a:endParaRP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762500"/>
            <a:ext cx="7810500" cy="17145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1600"/>
              </a:spcAft>
              <a:buNone/>
            </a:pPr>
            <a:r>
              <a:rPr sz="675" b="0">
                <a:solidFill>
                  <a:srgbClr val="C8C7BA"/>
                </a:solidFill>
                <a:latin typeface="Work Sans"/>
                <a:ea typeface="Work Sans"/>
                <a:cs typeface="Work Sans"/>
              </a:rPr>
              <a:t>データ解析特論  /  Formula TMU  /  sota  /  2026-05-30</a:t>
            </a:r>
          </a:p>
        </p:txBody>
      </p:sp>
      <p:sp>
        <p:nvSpPr>
          <p:cNvPr id="130" name="正方形/長方形 129">
            <a:extLst>
              <a:ext uri="{FF2B5EF4-FFF2-40B4-BE49-F238E27FC236}">
                <a16:creationId xmlns:a16="http://schemas.microsoft.com/office/drawing/2014/main" id="{3DD872E4-A30E-482B-AB82-2AC983CC08AC}"/>
              </a:ext>
            </a:extLst>
          </p:cNvPr>
          <p:cNvSpPr>
            <a:spLocks noGrp="1"/>
          </p:cNvSpPr>
          <p:nvPr/>
        </p:nvSpPr>
        <p:spPr>
          <a:xfrm>
            <a:off x="457200" y="3200400"/>
            <a:ext cx="3429000" cy="838200"/>
          </a:xfrm>
          <a:prstGeom prst="rect">
            <a:avLst/>
          </a:prstGeom>
          <a:solidFill>
            <a:srgbClr val="232528"/>
          </a:solidFill>
          <a:ln w="9525">
            <a:solidFill>
              <a:srgbClr val="5D6CEC"/>
            </a:solidFill>
            <a:prstDash val="solid"/>
          </a:ln>
        </p:spPr>
        <p:txBody>
          <a:bodyPr lIns="76200" tIns="57150" rIns="76200" bIns="57150" anchor="t"/>
          <a:lstStyle/>
          <a:p>
            <a:pPr algn="l">
              <a:defRPr sz="1125" b="0">
                <a:solidFill>
                  <a:srgbClr val="FCFDF2"/>
                </a:solidFill>
                <a:latin typeface="ＭＳ Ｐゴシック"/>
                <a:ea typeface="ＭＳ Ｐゴシック"/>
                <a:cs typeface="ＭＳ Ｐゴシック"/>
              </a:defRPr>
            </a:pPr>
            <a:r>
              <a:rPr sz="1125" b="0" dirty="0" err="1">
                <a:solidFill>
                  <a:srgbClr val="FCFDF2"/>
                </a:solidFill>
                <a:latin typeface="ＭＳ Ｐゴシック"/>
                <a:ea typeface="ＭＳ Ｐゴシック"/>
                <a:cs typeface="ＭＳ Ｐゴシック"/>
              </a:rPr>
              <a:t>主目的変数</a:t>
            </a:r>
            <a:r>
              <a:rPr sz="1125" b="0" dirty="0">
                <a:solidFill>
                  <a:srgbClr val="FCFDF2"/>
                </a:solidFill>
                <a:latin typeface="ＭＳ Ｐゴシック"/>
                <a:ea typeface="ＭＳ Ｐゴシック"/>
                <a:cs typeface="ＭＳ Ｐゴシック"/>
              </a:rPr>
              <a:t>: </a:t>
            </a:r>
            <a:r>
              <a:rPr sz="1125" b="0" dirty="0" err="1">
                <a:solidFill>
                  <a:srgbClr val="FCFDF2"/>
                </a:solidFill>
                <a:latin typeface="ＭＳ Ｐゴシック"/>
                <a:ea typeface="ＭＳ Ｐゴシック"/>
                <a:cs typeface="ＭＳ Ｐゴシック"/>
              </a:rPr>
              <a:t>Fx</a:t>
            </a:r>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err="1">
                <a:solidFill>
                  <a:srgbClr val="FCFDF2"/>
                </a:solidFill>
                <a:latin typeface="ＭＳ Ｐゴシック"/>
                <a:ea typeface="ＭＳ Ｐゴシック"/>
                <a:cs typeface="ＭＳ Ｐゴシック"/>
              </a:rPr>
              <a:t>比較対象</a:t>
            </a:r>
            <a:r>
              <a:rPr sz="1125" b="0" dirty="0">
                <a:solidFill>
                  <a:srgbClr val="FCFDF2"/>
                </a:solidFill>
                <a:latin typeface="ＭＳ Ｐゴシック"/>
                <a:ea typeface="ＭＳ Ｐゴシック"/>
                <a:cs typeface="ＭＳ Ｐゴシック"/>
              </a:rPr>
              <a:t>: Fy</a:t>
            </a:r>
          </a:p>
          <a:p>
            <a:pPr algn="l">
              <a:defRPr sz="1125" b="0">
                <a:solidFill>
                  <a:srgbClr val="FCFDF2"/>
                </a:solidFill>
                <a:latin typeface="ＭＳ Ｐゴシック"/>
                <a:ea typeface="ＭＳ Ｐゴシック"/>
                <a:cs typeface="ＭＳ Ｐゴシック"/>
              </a:defRPr>
            </a:pPr>
            <a:r>
              <a:rPr sz="1125" b="0" dirty="0" err="1">
                <a:solidFill>
                  <a:srgbClr val="FCFDF2"/>
                </a:solidFill>
                <a:latin typeface="ＭＳ Ｐゴシック"/>
                <a:ea typeface="ＭＳ Ｐゴシック"/>
                <a:cs typeface="ＭＳ Ｐゴシック"/>
              </a:rPr>
              <a:t>外れ値は</a:t>
            </a:r>
            <a:r>
              <a:rPr sz="1125" b="0" dirty="0">
                <a:solidFill>
                  <a:srgbClr val="FCFDF2"/>
                </a:solidFill>
                <a:latin typeface="ＭＳ Ｐゴシック"/>
                <a:ea typeface="ＭＳ Ｐゴシック"/>
                <a:cs typeface="ＭＳ Ｐゴシック"/>
              </a:rPr>
              <a:t> Mahalanobis </a:t>
            </a:r>
            <a:r>
              <a:rPr sz="1125" b="0" dirty="0" err="1">
                <a:solidFill>
                  <a:srgbClr val="FCFDF2"/>
                </a:solidFill>
                <a:latin typeface="ＭＳ Ｐゴシック"/>
                <a:ea typeface="ＭＳ Ｐゴシック"/>
                <a:cs typeface="ＭＳ Ｐゴシック"/>
              </a:rPr>
              <a:t>距離で除去</a:t>
            </a:r>
            <a:endParaRPr sz="1125" b="0" dirty="0">
              <a:solidFill>
                <a:srgbClr val="FCFDF2"/>
              </a:solidFill>
              <a:latin typeface="ＭＳ Ｐゴシック"/>
              <a:ea typeface="ＭＳ Ｐゴシック"/>
              <a:cs typeface="ＭＳ Ｐゴシック"/>
            </a:endParaRPr>
          </a:p>
        </p:txBody>
      </p:sp>
      <p:sp>
        <p:nvSpPr>
          <p:cNvPr id="131" name="正方形/長方形 130">
            <a:extLst>
              <a:ext uri="{FF2B5EF4-FFF2-40B4-BE49-F238E27FC236}">
                <a16:creationId xmlns:a16="http://schemas.microsoft.com/office/drawing/2014/main" id="{8F2F54BB-EF1E-4B49-B113-0DB1B47A8FA7}"/>
              </a:ext>
            </a:extLst>
          </p:cNvPr>
          <p:cNvSpPr>
            <a:spLocks noGrp="1"/>
          </p:cNvSpPr>
          <p:nvPr/>
        </p:nvSpPr>
        <p:spPr>
          <a:xfrm>
            <a:off x="4095750" y="3200400"/>
            <a:ext cx="2647950" cy="838200"/>
          </a:xfrm>
          <a:prstGeom prst="rect">
            <a:avLst/>
          </a:prstGeom>
          <a:solidFill>
            <a:srgbClr val="232528"/>
          </a:solidFill>
          <a:ln w="9525">
            <a:solidFill>
              <a:srgbClr val="5D6CEC"/>
            </a:solid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lang="ja-JP" altLang="en-US" sz="1050">
                <a:solidFill>
                  <a:srgbClr val="FCFDF2"/>
                </a:solidFill>
                <a:latin typeface="ＭＳ Ｐゴシック"/>
                <a:ea typeface="ＭＳ Ｐゴシック"/>
                <a:cs typeface="ＭＳ Ｐゴシック"/>
              </a:rPr>
              <a:t>氏名</a:t>
            </a:r>
            <a:r>
              <a:rPr lang="en-US" altLang="ja-JP" sz="1050" dirty="0">
                <a:solidFill>
                  <a:srgbClr val="FCFDF2"/>
                </a:solidFill>
                <a:latin typeface="ＭＳ Ｐゴシック"/>
                <a:ea typeface="ＭＳ Ｐゴシック"/>
                <a:cs typeface="ＭＳ Ｐゴシック"/>
              </a:rPr>
              <a:t>::</a:t>
            </a:r>
            <a:r>
              <a:rPr lang="ja-JP" altLang="en-US" sz="1050" b="0">
                <a:solidFill>
                  <a:srgbClr val="FCFDF2"/>
                </a:solidFill>
                <a:latin typeface="ＭＳ Ｐゴシック"/>
                <a:ea typeface="ＭＳ Ｐゴシック"/>
                <a:cs typeface="ＭＳ Ｐゴシック"/>
              </a:rPr>
              <a:t>皆川草太</a:t>
            </a:r>
            <a:endParaRPr lang="en-US" altLang="ja-JP"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lang="ja-JP" altLang="en-US" sz="1050">
                <a:solidFill>
                  <a:srgbClr val="FCFDF2"/>
                </a:solidFill>
                <a:latin typeface="ＭＳ Ｐゴシック"/>
                <a:ea typeface="ＭＳ Ｐゴシック"/>
                <a:cs typeface="ＭＳ Ｐゴシック"/>
              </a:rPr>
              <a:t>学籍番号</a:t>
            </a:r>
            <a:r>
              <a:rPr lang="en-US" altLang="ja-JP" sz="1050" dirty="0">
                <a:solidFill>
                  <a:srgbClr val="FCFDF2"/>
                </a:solidFill>
                <a:latin typeface="ＭＳ Ｐゴシック"/>
                <a:ea typeface="ＭＳ Ｐゴシック"/>
                <a:cs typeface="ＭＳ Ｐゴシック"/>
              </a:rPr>
              <a:t>::23142110</a:t>
            </a:r>
          </a:p>
          <a:p>
            <a:pPr algn="l">
              <a:defRPr sz="1050" b="0">
                <a:solidFill>
                  <a:srgbClr val="FCFDF2"/>
                </a:solidFill>
                <a:latin typeface="ＭＳ Ｐゴシック"/>
                <a:ea typeface="ＭＳ Ｐゴシック"/>
                <a:cs typeface="ＭＳ Ｐゴシック"/>
              </a:defRPr>
            </a:pPr>
            <a:endParaRPr sz="1050" b="0" dirty="0">
              <a:solidFill>
                <a:srgbClr val="FCFDF2"/>
              </a:solidFill>
              <a:latin typeface="ＭＳ Ｐゴシック"/>
              <a:ea typeface="ＭＳ Ｐゴシック"/>
              <a:cs typeface="ＭＳ Ｐゴシック"/>
            </a:endParaRPr>
          </a:p>
        </p:txBody>
      </p:sp>
      <p:sp>
        <p:nvSpPr>
          <p:cNvPr id="132" name="正方形/長方形 131">
            <a:extLst>
              <a:ext uri="{FF2B5EF4-FFF2-40B4-BE49-F238E27FC236}">
                <a16:creationId xmlns:a16="http://schemas.microsoft.com/office/drawing/2014/main" id="{FABB7EB0-84E5-44E2-8BAA-DC419533C269}"/>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01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Tree>
    <p:extLst>
      <p:ext uri="{BB962C8B-B14F-4D97-AF65-F5344CB8AC3E}">
        <p14:creationId xmlns:p14="http://schemas.microsoft.com/office/powerpoint/2010/main" val="130445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a:solidFill>
                  <a:srgbClr val="FCFDF2"/>
                </a:solidFill>
                <a:latin typeface="Montserrat ExtraBold"/>
                <a:ea typeface="Montserrat ExtraBold"/>
                <a:cs typeface="Montserrat ExtraBold"/>
              </a:rPr>
              <a:t>タイヤ力は車両性能を支配するため、Fx を多変量で説明できるかを確認する。</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a:solidFill>
                  <a:srgbClr val="C8C7BA"/>
                </a:solidFill>
                <a:latin typeface="ＭＳ Ｐゴシック"/>
                <a:ea typeface="ＭＳ Ｐゴシック"/>
                <a:cs typeface="ＭＳ Ｐゴシック"/>
              </a:rPr>
              <a:t>Formula SAE の加速・制動・トラクションを念頭に、TTC 実測データから統計モデルの基礎妥当性を検証する。</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目的: Fx を主解析、Fy を比較解析として扱い、TTC データの多変量構造を整理する。</a:t>
            </a:r>
          </a:p>
        </p:txBody>
      </p:sp>
      <p:sp>
        <p:nvSpPr>
          <p:cNvPr id="130" name="正方形/長方形 129">
            <a:extLst>
              <a:ext uri="{FF2B5EF4-FFF2-40B4-BE49-F238E27FC236}">
                <a16:creationId xmlns:a16="http://schemas.microsoft.com/office/drawing/2014/main" id="{28408B9D-DE02-4CDF-B4ED-B3100597ADC0}"/>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02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92265814-0900-451E-8318-F6333CAFE25F}"/>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2" name="正方形/長方形 131">
            <a:extLst>
              <a:ext uri="{FF2B5EF4-FFF2-40B4-BE49-F238E27FC236}">
                <a16:creationId xmlns:a16="http://schemas.microsoft.com/office/drawing/2014/main" id="{9B1DE765-B76B-4447-BEAE-C6B7B257C648}"/>
              </a:ext>
            </a:extLst>
          </p:cNvPr>
          <p:cNvSpPr>
            <a:spLocks noGrp="1"/>
          </p:cNvSpPr>
          <p:nvPr/>
        </p:nvSpPr>
        <p:spPr>
          <a:xfrm>
            <a:off x="457200" y="1866900"/>
            <a:ext cx="3924300" cy="2381250"/>
          </a:xfrm>
          <a:prstGeom prst="rect">
            <a:avLst/>
          </a:prstGeom>
          <a:solidFill>
            <a:srgbClr val="232528"/>
          </a:solidFill>
          <a:ln w="9525">
            <a:solidFill>
              <a:srgbClr val="5D6CEC"/>
            </a:solid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938CCFA3-083E-4504-8411-950C23B65FA6}"/>
              </a:ext>
            </a:extLst>
          </p:cNvPr>
          <p:cNvSpPr>
            <a:spLocks noGrp="1"/>
          </p:cNvSpPr>
          <p:nvPr/>
        </p:nvSpPr>
        <p:spPr>
          <a:xfrm>
            <a:off x="4762500" y="1866900"/>
            <a:ext cx="3924300" cy="2381250"/>
          </a:xfrm>
          <a:prstGeom prst="rect">
            <a:avLst/>
          </a:prstGeom>
          <a:solidFill>
            <a:srgbClr val="2A2D31"/>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2851F767-C3A7-4511-96D0-7A9D1111BF88}"/>
              </a:ext>
            </a:extLst>
          </p:cNvPr>
          <p:cNvSpPr>
            <a:spLocks noGrp="1"/>
          </p:cNvSpPr>
          <p:nvPr/>
        </p:nvSpPr>
        <p:spPr>
          <a:xfrm>
            <a:off x="609600" y="2000250"/>
            <a:ext cx="3619500" cy="2095500"/>
          </a:xfrm>
          <a:prstGeom prst="rect">
            <a:avLst/>
          </a:prstGeom>
          <a:solidFill>
            <a:srgbClr val="232528"/>
          </a:solidFill>
          <a:ln w="0">
            <a:noFill/>
            <a:prstDash val="solid"/>
          </a:ln>
        </p:spPr>
        <p:txBody>
          <a:bodyPr lIns="76200" tIns="57150" rIns="76200" bIns="57150" anchor="t"/>
          <a:lstStyle/>
          <a:p>
            <a:pPr algn="l">
              <a:defRPr sz="1125" b="0">
                <a:solidFill>
                  <a:srgbClr val="FCFDF2"/>
                </a:solidFill>
                <a:latin typeface="ＭＳ Ｐゴシック"/>
                <a:ea typeface="ＭＳ Ｐゴシック"/>
                <a:cs typeface="ＭＳ Ｐゴシック"/>
              </a:defRPr>
            </a:pPr>
            <a:r>
              <a:rPr sz="1125" b="0" dirty="0" err="1">
                <a:solidFill>
                  <a:srgbClr val="FCFDF2"/>
                </a:solidFill>
                <a:latin typeface="ＭＳ Ｐゴシック"/>
                <a:ea typeface="ＭＳ Ｐゴシック"/>
                <a:cs typeface="ＭＳ Ｐゴシック"/>
              </a:rPr>
              <a:t>背景</a:t>
            </a:r>
            <a:endParaRPr sz="1125" b="0" dirty="0">
              <a:solidFill>
                <a:srgbClr val="FCFDF2"/>
              </a:solidFill>
              <a:latin typeface="ＭＳ Ｐゴシック"/>
              <a:ea typeface="ＭＳ Ｐゴシック"/>
              <a:cs typeface="ＭＳ Ｐゴシック"/>
            </a:endParaRPr>
          </a:p>
          <a:p>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lang="en-US" sz="1125" dirty="0">
                <a:solidFill>
                  <a:srgbClr val="FCFDF2"/>
                </a:solidFill>
                <a:latin typeface="ＭＳ Ｐゴシック"/>
                <a:ea typeface="ＭＳ Ｐゴシック"/>
                <a:cs typeface="ＭＳ Ｐゴシック"/>
              </a:rPr>
              <a:t>・</a:t>
            </a:r>
            <a:r>
              <a:rPr lang="en-US" sz="1125" dirty="0" err="1">
                <a:solidFill>
                  <a:srgbClr val="FCFDF2"/>
                </a:solidFill>
                <a:latin typeface="ＭＳ Ｐゴシック"/>
                <a:ea typeface="ＭＳ Ｐゴシック"/>
                <a:cs typeface="ＭＳ Ｐゴシック"/>
              </a:rPr>
              <a:t>自動車挙動においてタイヤデータは運動挙動の測定において非常に重要なデータ</a:t>
            </a:r>
            <a:r>
              <a:rPr lang="en-US" sz="1125" dirty="0">
                <a:solidFill>
                  <a:srgbClr val="FCFDF2"/>
                </a:solidFill>
                <a:latin typeface="ＭＳ Ｐゴシック"/>
                <a:ea typeface="ＭＳ Ｐゴシック"/>
                <a:cs typeface="ＭＳ Ｐゴシック"/>
              </a:rPr>
              <a:t>。</a:t>
            </a:r>
            <a:endParaRPr lang="en-US"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a:t>
            </a:r>
            <a:r>
              <a:rPr lang="ja-JP" altLang="en-US" sz="1125">
                <a:solidFill>
                  <a:srgbClr val="FCFDF2"/>
                </a:solidFill>
                <a:latin typeface="ＭＳ Ｐゴシック"/>
                <a:ea typeface="ＭＳ Ｐゴシック"/>
                <a:cs typeface="ＭＳ Ｐゴシック"/>
              </a:rPr>
              <a:t>私が所属している「学生フォーミュラ」競技用の</a:t>
            </a:r>
            <a:r>
              <a:rPr sz="1125" b="0" dirty="0" err="1">
                <a:solidFill>
                  <a:srgbClr val="FCFDF2"/>
                </a:solidFill>
                <a:latin typeface="ＭＳ Ｐゴシック"/>
                <a:ea typeface="ＭＳ Ｐゴシック"/>
                <a:cs typeface="ＭＳ Ｐゴシック"/>
              </a:rPr>
              <a:t>車両ではタイヤ力がラップタイムに直結する</a:t>
            </a:r>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a:t>
            </a:r>
            <a:r>
              <a:rPr sz="1125" b="0" dirty="0" err="1">
                <a:solidFill>
                  <a:srgbClr val="FCFDF2"/>
                </a:solidFill>
                <a:latin typeface="ＭＳ Ｐゴシック"/>
                <a:ea typeface="ＭＳ Ｐゴシック"/>
                <a:cs typeface="ＭＳ Ｐゴシック"/>
              </a:rPr>
              <a:t>特に</a:t>
            </a:r>
            <a:r>
              <a:rPr sz="1125" b="0" dirty="0">
                <a:solidFill>
                  <a:srgbClr val="FCFDF2"/>
                </a:solidFill>
                <a:latin typeface="ＭＳ Ｐゴシック"/>
                <a:ea typeface="ＭＳ Ｐゴシック"/>
                <a:cs typeface="ＭＳ Ｐゴシック"/>
              </a:rPr>
              <a:t> </a:t>
            </a:r>
            <a:r>
              <a:rPr sz="1125" b="0" dirty="0" err="1">
                <a:solidFill>
                  <a:srgbClr val="FCFDF2"/>
                </a:solidFill>
                <a:latin typeface="ＭＳ Ｐゴシック"/>
                <a:ea typeface="ＭＳ Ｐゴシック"/>
                <a:cs typeface="ＭＳ Ｐゴシック"/>
              </a:rPr>
              <a:t>Fx</a:t>
            </a:r>
            <a:r>
              <a:rPr sz="1125" b="0" dirty="0">
                <a:solidFill>
                  <a:srgbClr val="FCFDF2"/>
                </a:solidFill>
                <a:latin typeface="ＭＳ Ｐゴシック"/>
                <a:ea typeface="ＭＳ Ｐゴシック"/>
                <a:cs typeface="ＭＳ Ｐゴシック"/>
              </a:rPr>
              <a:t> </a:t>
            </a:r>
            <a:r>
              <a:rPr sz="1125" b="0" dirty="0" err="1">
                <a:solidFill>
                  <a:srgbClr val="FCFDF2"/>
                </a:solidFill>
                <a:latin typeface="ＭＳ Ｐゴシック"/>
                <a:ea typeface="ＭＳ Ｐゴシック"/>
                <a:cs typeface="ＭＳ Ｐゴシック"/>
              </a:rPr>
              <a:t>は加速・制動・トラクション性能へ直接効く</a:t>
            </a:r>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・TTC </a:t>
            </a:r>
            <a:r>
              <a:rPr sz="1125" b="0" dirty="0" err="1">
                <a:solidFill>
                  <a:srgbClr val="FCFDF2"/>
                </a:solidFill>
                <a:latin typeface="ＭＳ Ｐゴシック"/>
                <a:ea typeface="ＭＳ Ｐゴシック"/>
                <a:cs typeface="ＭＳ Ｐゴシック"/>
              </a:rPr>
              <a:t>データには荷重・スリップ・温度・キャンバーと実測力が揃う</a:t>
            </a:r>
            <a:endParaRPr lang="en-US"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endParaRPr lang="en-US" sz="1125" b="0" dirty="0">
              <a:solidFill>
                <a:srgbClr val="FCFDF2"/>
              </a:solidFill>
              <a:latin typeface="ＭＳ Ｐゴシック"/>
              <a:ea typeface="ＭＳ Ｐゴシック"/>
              <a:cs typeface="ＭＳ Ｐゴシック"/>
            </a:endParaRPr>
          </a:p>
          <a:p>
            <a:pPr>
              <a:defRPr sz="1125" b="0">
                <a:solidFill>
                  <a:srgbClr val="FCFDF2"/>
                </a:solidFill>
                <a:latin typeface="ＭＳ Ｐゴシック"/>
                <a:ea typeface="ＭＳ Ｐゴシック"/>
                <a:cs typeface="ＭＳ Ｐゴシック"/>
              </a:defRPr>
            </a:pPr>
            <a:r>
              <a:rPr lang="en-US" sz="1125" b="1" dirty="0">
                <a:solidFill>
                  <a:srgbClr val="FCFDF2"/>
                </a:solidFill>
                <a:latin typeface="ＭＳ Ｐゴシック"/>
                <a:ea typeface="ＭＳ Ｐゴシック"/>
                <a:cs typeface="ＭＳ Ｐゴシック"/>
              </a:rPr>
              <a:t>・（</a:t>
            </a:r>
            <a:r>
              <a:rPr lang="en-US" sz="1125" b="1" dirty="0" err="1">
                <a:solidFill>
                  <a:srgbClr val="FCFDF2"/>
                </a:solidFill>
                <a:latin typeface="ＭＳ Ｐゴシック"/>
                <a:ea typeface="ＭＳ Ｐゴシック"/>
                <a:cs typeface="ＭＳ Ｐゴシック"/>
              </a:rPr>
              <a:t>仮説</a:t>
            </a:r>
            <a:r>
              <a:rPr lang="en-US" sz="1125" b="1" dirty="0">
                <a:solidFill>
                  <a:srgbClr val="FCFDF2"/>
                </a:solidFill>
                <a:latin typeface="ＭＳ Ｐゴシック"/>
                <a:ea typeface="ＭＳ Ｐゴシック"/>
                <a:cs typeface="ＭＳ Ｐゴシック"/>
              </a:rPr>
              <a:t>)</a:t>
            </a:r>
            <a:r>
              <a:rPr lang="en-US" sz="1125" b="1" dirty="0" err="1">
                <a:solidFill>
                  <a:srgbClr val="FCFDF2"/>
                </a:solidFill>
                <a:latin typeface="ＭＳ Ｐゴシック"/>
                <a:ea typeface="ＭＳ Ｐゴシック"/>
                <a:cs typeface="ＭＳ Ｐゴシック"/>
              </a:rPr>
              <a:t>タイヤ横力</a:t>
            </a:r>
            <a:r>
              <a:rPr lang="ja-JP" altLang="ja-JP" sz="1125" b="1"/>
              <a:t>Fx は主に SR </a:t>
            </a:r>
            <a:r>
              <a:rPr lang="ja-JP" altLang="en-US" sz="1125" b="1"/>
              <a:t>（スリップ率）</a:t>
            </a:r>
            <a:r>
              <a:rPr lang="ja-JP" altLang="ja-JP" sz="1125" b="1"/>
              <a:t>と Fz </a:t>
            </a:r>
            <a:r>
              <a:rPr lang="ja-JP" altLang="en-US" sz="1125" b="1"/>
              <a:t>（垂直荷重、ダウンフォース）</a:t>
            </a:r>
            <a:r>
              <a:rPr lang="ja-JP" altLang="ja-JP" sz="1125" b="1"/>
              <a:t>に支配される </a:t>
            </a:r>
            <a:endParaRPr sz="1125" b="1" dirty="0">
              <a:solidFill>
                <a:srgbClr val="FCFDF2"/>
              </a:solidFill>
              <a:latin typeface="ＭＳ Ｐゴシック"/>
              <a:ea typeface="ＭＳ Ｐゴシック"/>
              <a:cs typeface="ＭＳ Ｐゴシック"/>
            </a:endParaRPr>
          </a:p>
        </p:txBody>
      </p:sp>
      <p:sp>
        <p:nvSpPr>
          <p:cNvPr id="135" name="正方形/長方形 134">
            <a:extLst>
              <a:ext uri="{FF2B5EF4-FFF2-40B4-BE49-F238E27FC236}">
                <a16:creationId xmlns:a16="http://schemas.microsoft.com/office/drawing/2014/main" id="{5FD7EC8D-D213-48ED-85F1-81C0696AB0A8}"/>
              </a:ext>
            </a:extLst>
          </p:cNvPr>
          <p:cNvSpPr>
            <a:spLocks noGrp="1"/>
          </p:cNvSpPr>
          <p:nvPr/>
        </p:nvSpPr>
        <p:spPr>
          <a:xfrm>
            <a:off x="4914900" y="2000250"/>
            <a:ext cx="3619500" cy="2095500"/>
          </a:xfrm>
          <a:prstGeom prst="rect">
            <a:avLst/>
          </a:prstGeom>
          <a:solidFill>
            <a:srgbClr val="2A2D31"/>
          </a:solidFill>
          <a:ln w="0">
            <a:noFill/>
            <a:prstDash val="solid"/>
          </a:ln>
        </p:spPr>
        <p:txBody>
          <a:bodyPr lIns="76200" tIns="57150" rIns="76200" bIns="57150" anchor="t"/>
          <a:lstStyle/>
          <a:p>
            <a:pPr algn="l">
              <a:defRPr sz="1125" b="0">
                <a:solidFill>
                  <a:srgbClr val="FCFDF2"/>
                </a:solidFill>
                <a:latin typeface="ＭＳ Ｐゴシック"/>
                <a:ea typeface="ＭＳ Ｐゴシック"/>
                <a:cs typeface="ＭＳ Ｐゴシック"/>
              </a:defRPr>
            </a:pPr>
            <a:r>
              <a:rPr sz="1125" b="0" dirty="0" err="1">
                <a:solidFill>
                  <a:srgbClr val="FCFDF2"/>
                </a:solidFill>
                <a:latin typeface="ＭＳ Ｐゴシック"/>
                <a:ea typeface="ＭＳ Ｐゴシック"/>
                <a:cs typeface="ＭＳ Ｐゴシック"/>
              </a:rPr>
              <a:t>本報告の問い</a:t>
            </a:r>
            <a:endParaRPr sz="1125" b="0" dirty="0">
              <a:solidFill>
                <a:srgbClr val="FCFDF2"/>
              </a:solidFill>
              <a:latin typeface="ＭＳ Ｐゴシック"/>
              <a:ea typeface="ＭＳ Ｐゴシック"/>
              <a:cs typeface="ＭＳ Ｐゴシック"/>
            </a:endParaRPr>
          </a:p>
          <a:p>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1. </a:t>
            </a:r>
            <a:r>
              <a:rPr sz="1125" b="0" dirty="0" err="1">
                <a:solidFill>
                  <a:srgbClr val="FCFDF2"/>
                </a:solidFill>
                <a:latin typeface="ＭＳ Ｐゴシック"/>
                <a:ea typeface="ＭＳ Ｐゴシック"/>
                <a:cs typeface="ＭＳ Ｐゴシック"/>
              </a:rPr>
              <a:t>Fx</a:t>
            </a:r>
            <a:r>
              <a:rPr sz="1125" b="0" dirty="0">
                <a:solidFill>
                  <a:srgbClr val="FCFDF2"/>
                </a:solidFill>
                <a:latin typeface="ＭＳ Ｐゴシック"/>
                <a:ea typeface="ＭＳ Ｐゴシック"/>
                <a:cs typeface="ＭＳ Ｐゴシック"/>
              </a:rPr>
              <a:t> </a:t>
            </a:r>
            <a:r>
              <a:rPr sz="1125" b="0" dirty="0" err="1">
                <a:solidFill>
                  <a:srgbClr val="FCFDF2"/>
                </a:solidFill>
                <a:latin typeface="ＭＳ Ｐゴシック"/>
                <a:ea typeface="ＭＳ Ｐゴシック"/>
                <a:cs typeface="ＭＳ Ｐゴシック"/>
              </a:rPr>
              <a:t>は</a:t>
            </a:r>
            <a:r>
              <a:rPr sz="1125" b="0" dirty="0">
                <a:solidFill>
                  <a:srgbClr val="FCFDF2"/>
                </a:solidFill>
                <a:latin typeface="ＭＳ Ｐゴシック"/>
                <a:ea typeface="ＭＳ Ｐゴシック"/>
                <a:cs typeface="ＭＳ Ｐゴシック"/>
              </a:rPr>
              <a:t> SR, Fz, IA, TSTC </a:t>
            </a:r>
            <a:r>
              <a:rPr sz="1125" b="0" dirty="0" err="1">
                <a:solidFill>
                  <a:srgbClr val="FCFDF2"/>
                </a:solidFill>
                <a:latin typeface="ＭＳ Ｐゴシック"/>
                <a:ea typeface="ＭＳ Ｐゴシック"/>
                <a:cs typeface="ＭＳ Ｐゴシック"/>
              </a:rPr>
              <a:t>でどこまで説明できるか</a:t>
            </a:r>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2. Fy </a:t>
            </a:r>
            <a:r>
              <a:rPr sz="1125" b="0" dirty="0" err="1">
                <a:solidFill>
                  <a:srgbClr val="FCFDF2"/>
                </a:solidFill>
                <a:latin typeface="ＭＳ Ｐゴシック"/>
                <a:ea typeface="ＭＳ Ｐゴシック"/>
                <a:cs typeface="ＭＳ Ｐゴシック"/>
              </a:rPr>
              <a:t>と比較したとき、共通因子と支配因子はどう違うか</a:t>
            </a:r>
            <a:endParaRPr sz="1125" b="0" dirty="0">
              <a:solidFill>
                <a:srgbClr val="FCFDF2"/>
              </a:solidFill>
              <a:latin typeface="ＭＳ Ｐゴシック"/>
              <a:ea typeface="ＭＳ Ｐゴシック"/>
              <a:cs typeface="ＭＳ Ｐゴシック"/>
            </a:endParaRPr>
          </a:p>
          <a:p>
            <a:pPr algn="l">
              <a:defRPr sz="1125" b="0">
                <a:solidFill>
                  <a:srgbClr val="FCFDF2"/>
                </a:solidFill>
                <a:latin typeface="ＭＳ Ｐゴシック"/>
                <a:ea typeface="ＭＳ Ｐゴシック"/>
                <a:cs typeface="ＭＳ Ｐゴシック"/>
              </a:defRPr>
            </a:pPr>
            <a:r>
              <a:rPr sz="1125" b="0" dirty="0">
                <a:solidFill>
                  <a:srgbClr val="FCFDF2"/>
                </a:solidFill>
                <a:latin typeface="ＭＳ Ｐゴシック"/>
                <a:ea typeface="ＭＳ Ｐゴシック"/>
                <a:cs typeface="ＭＳ Ｐゴシック"/>
              </a:rPr>
              <a:t>3. </a:t>
            </a:r>
            <a:r>
              <a:rPr sz="1125" b="0" dirty="0" err="1">
                <a:solidFill>
                  <a:srgbClr val="FCFDF2"/>
                </a:solidFill>
                <a:latin typeface="ＭＳ Ｐゴシック"/>
                <a:ea typeface="ＭＳ Ｐゴシック"/>
                <a:cs typeface="ＭＳ Ｐゴシック"/>
              </a:rPr>
              <a:t>線形回帰を基準線としたとき、どこで</a:t>
            </a:r>
            <a:r>
              <a:rPr sz="1125" b="0" dirty="0">
                <a:solidFill>
                  <a:srgbClr val="FCFDF2"/>
                </a:solidFill>
                <a:latin typeface="ＭＳ Ｐゴシック"/>
                <a:ea typeface="ＭＳ Ｐゴシック"/>
                <a:cs typeface="ＭＳ Ｐゴシック"/>
              </a:rPr>
              <a:t> PINN </a:t>
            </a:r>
            <a:r>
              <a:rPr sz="1125" b="0" dirty="0" err="1">
                <a:solidFill>
                  <a:srgbClr val="FCFDF2"/>
                </a:solidFill>
                <a:latin typeface="ＭＳ Ｐゴシック"/>
                <a:ea typeface="ＭＳ Ｐゴシック"/>
                <a:cs typeface="ＭＳ Ｐゴシック"/>
              </a:rPr>
              <a:t>が必要になるか</a:t>
            </a:r>
            <a:endParaRPr sz="1125" b="0" dirty="0">
              <a:solidFill>
                <a:srgbClr val="FCFDF2"/>
              </a:solidFill>
              <a:latin typeface="ＭＳ Ｐゴシック"/>
              <a:ea typeface="ＭＳ Ｐゴシック"/>
              <a:cs typeface="ＭＳ Ｐゴシック"/>
            </a:endParaRPr>
          </a:p>
        </p:txBody>
      </p:sp>
    </p:spTree>
    <p:extLst>
      <p:ext uri="{BB962C8B-B14F-4D97-AF65-F5344CB8AC3E}">
        <p14:creationId xmlns:p14="http://schemas.microsoft.com/office/powerpoint/2010/main" val="130445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dirty="0" err="1">
                <a:solidFill>
                  <a:srgbClr val="FCFDF2"/>
                </a:solidFill>
                <a:latin typeface="Montserrat ExtraBold"/>
                <a:ea typeface="Montserrat ExtraBold"/>
                <a:cs typeface="Montserrat ExtraBold"/>
              </a:rPr>
              <a:t>使用データ</a:t>
            </a:r>
            <a:r>
              <a:rPr lang="ja-JP" altLang="en-US" sz="2100" b="1">
                <a:solidFill>
                  <a:srgbClr val="FCFDF2"/>
                </a:solidFill>
                <a:latin typeface="Montserrat ExtraBold"/>
                <a:ea typeface="Montserrat ExtraBold"/>
                <a:cs typeface="Montserrat ExtraBold"/>
              </a:rPr>
              <a:t>につい</a:t>
            </a:r>
            <a:r>
              <a:rPr lang="ja-JP" altLang="en-US" sz="2100">
                <a:solidFill>
                  <a:srgbClr val="FCFDF2"/>
                </a:solidFill>
                <a:latin typeface="Montserrat ExtraBold"/>
                <a:ea typeface="Montserrat ExtraBold"/>
                <a:cs typeface="Montserrat ExtraBold"/>
              </a:rPr>
              <a:t>て</a:t>
            </a:r>
            <a:endParaRPr sz="2100" b="1" dirty="0">
              <a:solidFill>
                <a:srgbClr val="FCFDF2"/>
              </a:solidFill>
              <a:latin typeface="Montserrat ExtraBold"/>
              <a:ea typeface="Montserrat ExtraBold"/>
              <a:cs typeface="Montserrat ExtraBold"/>
            </a:endParaRP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r>
              <a:rPr lang="en" sz="975" b="0" dirty="0" err="1">
                <a:solidFill>
                  <a:srgbClr val="C8C7BA"/>
                </a:solidFill>
                <a:latin typeface="ＭＳ Ｐゴシック"/>
                <a:ea typeface="ＭＳ Ｐゴシック"/>
                <a:cs typeface="ＭＳ Ｐゴシック"/>
              </a:rPr>
              <a:t>TTC</a:t>
            </a:r>
            <a:r>
              <a:rPr lang="en" sz="975" dirty="0" err="1">
                <a:solidFill>
                  <a:srgbClr val="C8C7BA"/>
                </a:solidFill>
                <a:latin typeface="ＭＳ Ｐゴシック"/>
                <a:ea typeface="ＭＳ Ｐゴシック"/>
                <a:cs typeface="ＭＳ Ｐゴシック"/>
              </a:rPr>
              <a:t>と言うタイヤ力を実験し販売しているサイトhttps</a:t>
            </a:r>
            <a:r>
              <a:rPr lang="en" sz="975" dirty="0">
                <a:solidFill>
                  <a:srgbClr val="C8C7BA"/>
                </a:solidFill>
                <a:latin typeface="ＭＳ Ｐゴシック"/>
                <a:ea typeface="ＭＳ Ｐゴシック"/>
                <a:cs typeface="ＭＳ Ｐゴシック"/>
              </a:rPr>
              <a:t>://</a:t>
            </a:r>
            <a:r>
              <a:rPr lang="en" sz="975" dirty="0" err="1">
                <a:solidFill>
                  <a:srgbClr val="C8C7BA"/>
                </a:solidFill>
                <a:latin typeface="ＭＳ Ｐゴシック"/>
                <a:ea typeface="ＭＳ Ｐゴシック"/>
                <a:cs typeface="ＭＳ Ｐゴシック"/>
              </a:rPr>
              <a:t>www.fsaettc.org</a:t>
            </a:r>
            <a:r>
              <a:rPr lang="en" sz="975" dirty="0">
                <a:solidFill>
                  <a:srgbClr val="C8C7BA"/>
                </a:solidFill>
                <a:latin typeface="ＭＳ Ｐゴシック"/>
                <a:ea typeface="ＭＳ Ｐゴシック"/>
                <a:cs typeface="ＭＳ Ｐゴシック"/>
              </a:rPr>
              <a:t>/</a:t>
            </a:r>
            <a:br>
              <a:rPr lang="en" sz="975" dirty="0">
                <a:solidFill>
                  <a:srgbClr val="C8C7BA"/>
                </a:solidFill>
                <a:latin typeface="ＭＳ Ｐゴシック"/>
                <a:ea typeface="ＭＳ Ｐゴシック"/>
                <a:cs typeface="ＭＳ Ｐゴシック"/>
              </a:rPr>
            </a:br>
            <a:r>
              <a:rPr lang="en" sz="975" dirty="0" err="1">
                <a:solidFill>
                  <a:srgbClr val="C8C7BA"/>
                </a:solidFill>
                <a:latin typeface="ＭＳ Ｐゴシック"/>
                <a:ea typeface="ＭＳ Ｐゴシック"/>
                <a:cs typeface="ＭＳ Ｐゴシック"/>
              </a:rPr>
              <a:t>でタイヤデータを購入し</a:t>
            </a:r>
            <a:r>
              <a:rPr lang="en" sz="975" dirty="0">
                <a:solidFill>
                  <a:srgbClr val="C8C7BA"/>
                </a:solidFill>
                <a:latin typeface="ＭＳ Ｐゴシック"/>
                <a:ea typeface="ＭＳ Ｐゴシック"/>
                <a:cs typeface="ＭＳ Ｐゴシック"/>
              </a:rPr>
              <a:t>、</a:t>
            </a:r>
            <a:r>
              <a:rPr lang="ja-JP" altLang="en-US" sz="975" b="0">
                <a:solidFill>
                  <a:srgbClr val="C8C7BA"/>
                </a:solidFill>
                <a:latin typeface="ＭＳ Ｐゴシック"/>
                <a:ea typeface="ＭＳ Ｐゴシック"/>
                <a:cs typeface="ＭＳ Ｐゴシック"/>
              </a:rPr>
              <a:t> </a:t>
            </a:r>
            <a:r>
              <a:rPr lang="en" sz="975" b="0" dirty="0">
                <a:solidFill>
                  <a:srgbClr val="C8C7BA"/>
                </a:solidFill>
                <a:latin typeface="ＭＳ Ｐゴシック"/>
                <a:ea typeface="ＭＳ Ｐゴシック"/>
                <a:cs typeface="ＭＳ Ｐゴシック"/>
              </a:rPr>
              <a:t>Hoosier 18x6.0-10 R20 Rim6 </a:t>
            </a:r>
            <a:r>
              <a:rPr lang="en" sz="975" b="0" dirty="0" err="1">
                <a:solidFill>
                  <a:srgbClr val="C8C7BA"/>
                </a:solidFill>
                <a:latin typeface="ＭＳ Ｐゴシック"/>
                <a:ea typeface="ＭＳ Ｐゴシック"/>
                <a:cs typeface="ＭＳ Ｐゴシック"/>
              </a:rPr>
              <a:t>と言う名前のタイヤのデータを使用した</a:t>
            </a:r>
            <a:r>
              <a:rPr lang="en" sz="975" b="0" dirty="0">
                <a:solidFill>
                  <a:srgbClr val="C8C7BA"/>
                </a:solidFill>
                <a:latin typeface="ＭＳ Ｐゴシック"/>
                <a:ea typeface="ＭＳ Ｐゴシック"/>
                <a:cs typeface="ＭＳ Ｐゴシック"/>
              </a:rPr>
              <a:t>。</a:t>
            </a:r>
            <a:r>
              <a:rPr lang="ja-JP" altLang="en-US" sz="975" b="0">
                <a:solidFill>
                  <a:srgbClr val="C8C7BA"/>
                </a:solidFill>
                <a:latin typeface="ＭＳ Ｐゴシック"/>
                <a:ea typeface="ＭＳ Ｐゴシック"/>
                <a:cs typeface="ＭＳ Ｐゴシック"/>
              </a:rPr>
              <a:t>縦横両方の試験が揃っている。</a:t>
            </a:r>
            <a:br>
              <a:rPr lang="en-US" altLang="ja-JP" sz="975" b="0" dirty="0">
                <a:solidFill>
                  <a:srgbClr val="C8C7BA"/>
                </a:solidFill>
                <a:latin typeface="ＭＳ Ｐゴシック"/>
                <a:ea typeface="ＭＳ Ｐゴシック"/>
                <a:cs typeface="ＭＳ Ｐゴシック"/>
              </a:rPr>
            </a:br>
            <a:r>
              <a:rPr sz="975" b="0" dirty="0" err="1">
                <a:solidFill>
                  <a:srgbClr val="C8C7BA"/>
                </a:solidFill>
                <a:latin typeface="ＭＳ Ｐゴシック"/>
                <a:ea typeface="ＭＳ Ｐゴシック"/>
                <a:cs typeface="ＭＳ Ｐゴシック"/>
              </a:rPr>
              <a:t>同一タイヤで</a:t>
            </a:r>
            <a:r>
              <a:rPr sz="975" b="0" dirty="0">
                <a:solidFill>
                  <a:srgbClr val="C8C7BA"/>
                </a:solidFill>
                <a:latin typeface="ＭＳ Ｐゴシック"/>
                <a:ea typeface="ＭＳ Ｐゴシック"/>
                <a:cs typeface="ＭＳ Ｐゴシック"/>
              </a:rPr>
              <a:t> </a:t>
            </a:r>
            <a:r>
              <a:rPr sz="975" b="0" dirty="0" err="1">
                <a:solidFill>
                  <a:srgbClr val="C8C7BA"/>
                </a:solidFill>
                <a:latin typeface="ＭＳ Ｐゴシック"/>
                <a:ea typeface="ＭＳ Ｐゴシック"/>
                <a:cs typeface="ＭＳ Ｐゴシック"/>
              </a:rPr>
              <a:t>Fx</a:t>
            </a:r>
            <a:r>
              <a:rPr sz="975" b="0" dirty="0">
                <a:solidFill>
                  <a:srgbClr val="C8C7BA"/>
                </a:solidFill>
                <a:latin typeface="ＭＳ Ｐゴシック"/>
                <a:ea typeface="ＭＳ Ｐゴシック"/>
                <a:cs typeface="ＭＳ Ｐゴシック"/>
              </a:rPr>
              <a:t> </a:t>
            </a:r>
            <a:r>
              <a:rPr sz="975" b="0" dirty="0" err="1">
                <a:solidFill>
                  <a:srgbClr val="C8C7BA"/>
                </a:solidFill>
                <a:latin typeface="ＭＳ Ｐゴシック"/>
                <a:ea typeface="ＭＳ Ｐゴシック"/>
                <a:cs typeface="ＭＳ Ｐゴシック"/>
              </a:rPr>
              <a:t>と</a:t>
            </a:r>
            <a:r>
              <a:rPr sz="975" b="0" dirty="0">
                <a:solidFill>
                  <a:srgbClr val="C8C7BA"/>
                </a:solidFill>
                <a:latin typeface="ＭＳ Ｐゴシック"/>
                <a:ea typeface="ＭＳ Ｐゴシック"/>
                <a:cs typeface="ＭＳ Ｐゴシック"/>
              </a:rPr>
              <a:t> Fy </a:t>
            </a:r>
            <a:r>
              <a:rPr sz="975" b="0" dirty="0" err="1">
                <a:solidFill>
                  <a:srgbClr val="C8C7BA"/>
                </a:solidFill>
                <a:latin typeface="ＭＳ Ｐゴシック"/>
                <a:ea typeface="ＭＳ Ｐゴシック"/>
                <a:cs typeface="ＭＳ Ｐゴシック"/>
              </a:rPr>
              <a:t>を比較でき、既存の</a:t>
            </a:r>
            <a:r>
              <a:rPr sz="975" b="0" dirty="0">
                <a:solidFill>
                  <a:srgbClr val="C8C7BA"/>
                </a:solidFill>
                <a:latin typeface="ＭＳ Ｐゴシック"/>
                <a:ea typeface="ＭＳ Ｐゴシック"/>
                <a:cs typeface="ＭＳ Ｐゴシック"/>
              </a:rPr>
              <a:t> </a:t>
            </a:r>
            <a:r>
              <a:rPr sz="975" b="0" dirty="0" err="1">
                <a:solidFill>
                  <a:srgbClr val="C8C7BA"/>
                </a:solidFill>
                <a:latin typeface="ＭＳ Ｐゴシック"/>
                <a:ea typeface="ＭＳ Ｐゴシック"/>
                <a:cs typeface="ＭＳ Ｐゴシック"/>
              </a:rPr>
              <a:t>tire_pinn</a:t>
            </a:r>
            <a:r>
              <a:rPr sz="975" b="0" dirty="0">
                <a:solidFill>
                  <a:srgbClr val="C8C7BA"/>
                </a:solidFill>
                <a:latin typeface="ＭＳ Ｐゴシック"/>
                <a:ea typeface="ＭＳ Ｐゴシック"/>
                <a:cs typeface="ＭＳ Ｐゴシック"/>
              </a:rPr>
              <a:t> </a:t>
            </a:r>
            <a:r>
              <a:rPr sz="975" b="0" dirty="0" err="1">
                <a:solidFill>
                  <a:srgbClr val="C8C7BA"/>
                </a:solidFill>
                <a:latin typeface="ＭＳ Ｐゴシック"/>
                <a:ea typeface="ＭＳ Ｐゴシック"/>
                <a:cs typeface="ＭＳ Ｐゴシック"/>
              </a:rPr>
              <a:t>実装へそのまま接続できる構成を採用した</a:t>
            </a:r>
            <a:r>
              <a:rPr sz="975" b="0" dirty="0">
                <a:solidFill>
                  <a:srgbClr val="C8C7BA"/>
                </a:solidFill>
                <a:latin typeface="ＭＳ Ｐゴシック"/>
                <a:ea typeface="ＭＳ Ｐゴシック"/>
                <a:cs typeface="ＭＳ Ｐゴシック"/>
              </a:rPr>
              <a:t>。</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データセット: Hoosier_18p0X6p0-10_R20_Rim6</a:t>
            </a:r>
          </a:p>
        </p:txBody>
      </p:sp>
      <p:sp>
        <p:nvSpPr>
          <p:cNvPr id="130" name="正方形/長方形 129">
            <a:extLst>
              <a:ext uri="{FF2B5EF4-FFF2-40B4-BE49-F238E27FC236}">
                <a16:creationId xmlns:a16="http://schemas.microsoft.com/office/drawing/2014/main" id="{53B6D6F3-1FD6-4C7C-AA2D-8181FE9E587E}"/>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03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2A10EA76-6217-4954-BB89-5983BA9C31AC}"/>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2" name="正方形/長方形 131">
            <a:extLst>
              <a:ext uri="{FF2B5EF4-FFF2-40B4-BE49-F238E27FC236}">
                <a16:creationId xmlns:a16="http://schemas.microsoft.com/office/drawing/2014/main" id="{16529E62-1821-445F-BF1F-871D78B8B190}"/>
              </a:ext>
            </a:extLst>
          </p:cNvPr>
          <p:cNvSpPr>
            <a:spLocks noGrp="1"/>
          </p:cNvSpPr>
          <p:nvPr/>
        </p:nvSpPr>
        <p:spPr>
          <a:xfrm>
            <a:off x="457200" y="1866900"/>
            <a:ext cx="1905000" cy="1104900"/>
          </a:xfrm>
          <a:prstGeom prst="rect">
            <a:avLst/>
          </a:prstGeom>
          <a:solidFill>
            <a:srgbClr val="232528"/>
          </a:solidFill>
          <a:ln w="9525">
            <a:solidFill>
              <a:srgbClr val="5D6CEC"/>
            </a:solid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89053F76-E921-428C-8635-37B9BDACA889}"/>
              </a:ext>
            </a:extLst>
          </p:cNvPr>
          <p:cNvSpPr>
            <a:spLocks noGrp="1"/>
          </p:cNvSpPr>
          <p:nvPr/>
        </p:nvSpPr>
        <p:spPr>
          <a:xfrm>
            <a:off x="2495550" y="1866900"/>
            <a:ext cx="1905000" cy="1104900"/>
          </a:xfrm>
          <a:prstGeom prst="rect">
            <a:avLst/>
          </a:prstGeom>
          <a:solidFill>
            <a:srgbClr val="232528"/>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9875C7D6-EBF9-4AC4-BAAA-83C7F545659F}"/>
              </a:ext>
            </a:extLst>
          </p:cNvPr>
          <p:cNvSpPr>
            <a:spLocks noGrp="1"/>
          </p:cNvSpPr>
          <p:nvPr/>
        </p:nvSpPr>
        <p:spPr>
          <a:xfrm>
            <a:off x="4533900" y="1866900"/>
            <a:ext cx="1905000" cy="1104900"/>
          </a:xfrm>
          <a:prstGeom prst="rect">
            <a:avLst/>
          </a:prstGeom>
          <a:solidFill>
            <a:srgbClr val="232528"/>
          </a:solidFill>
          <a:ln w="9525">
            <a:solidFill>
              <a:srgbClr val="5D6CEC"/>
            </a:solidFill>
            <a:prstDash val="solid"/>
          </a:ln>
        </p:spPr>
        <p:txBody>
          <a:bodyPr/>
          <a:lstStyle/>
          <a:p>
            <a:endParaRPr lang="ja-JP" altLang="en-US"/>
          </a:p>
        </p:txBody>
      </p:sp>
      <p:sp>
        <p:nvSpPr>
          <p:cNvPr id="135" name="正方形/長方形 134">
            <a:extLst>
              <a:ext uri="{FF2B5EF4-FFF2-40B4-BE49-F238E27FC236}">
                <a16:creationId xmlns:a16="http://schemas.microsoft.com/office/drawing/2014/main" id="{D7EA9181-6D6B-4125-964E-E482B7C0CB0A}"/>
              </a:ext>
            </a:extLst>
          </p:cNvPr>
          <p:cNvSpPr>
            <a:spLocks noGrp="1"/>
          </p:cNvSpPr>
          <p:nvPr/>
        </p:nvSpPr>
        <p:spPr>
          <a:xfrm>
            <a:off x="590550" y="1962150"/>
            <a:ext cx="1638300" cy="895350"/>
          </a:xfrm>
          <a:prstGeom prst="rect">
            <a:avLst/>
          </a:prstGeom>
          <a:solidFill>
            <a:srgbClr val="232528"/>
          </a:solidFill>
          <a:ln w="0">
            <a:noFill/>
            <a:prstDash val="solid"/>
          </a:ln>
        </p:spPr>
        <p:txBody>
          <a:bodyPr lIns="76200" tIns="57150" rIns="76200" bIns="57150" anchor="ctr"/>
          <a:lstStyle/>
          <a:p>
            <a:pPr algn="l">
              <a:defRPr sz="1500" b="1">
                <a:solidFill>
                  <a:srgbClr val="FCFDF2"/>
                </a:solidFill>
                <a:latin typeface="Montserrat"/>
                <a:ea typeface="Montserrat"/>
                <a:cs typeface="Montserrat"/>
              </a:defRPr>
            </a:pPr>
            <a:r>
              <a:rPr sz="1500" b="1" dirty="0" err="1">
                <a:solidFill>
                  <a:srgbClr val="FCFDF2"/>
                </a:solidFill>
                <a:latin typeface="Montserrat"/>
                <a:ea typeface="Montserrat"/>
                <a:cs typeface="Montserrat"/>
              </a:rPr>
              <a:t>総サンプル数</a:t>
            </a:r>
            <a:endParaRPr sz="1500" b="1" dirty="0">
              <a:solidFill>
                <a:srgbClr val="FCFDF2"/>
              </a:solidFill>
              <a:latin typeface="Montserrat"/>
              <a:ea typeface="Montserrat"/>
              <a:cs typeface="Montserrat"/>
            </a:endParaRPr>
          </a:p>
          <a:p>
            <a:endParaRPr sz="1500" b="1" dirty="0">
              <a:solidFill>
                <a:srgbClr val="FCFDF2"/>
              </a:solidFill>
              <a:latin typeface="Montserrat"/>
              <a:ea typeface="Montserrat"/>
              <a:cs typeface="Montserrat"/>
            </a:endParaRPr>
          </a:p>
          <a:p>
            <a:pPr algn="l">
              <a:defRPr sz="1500" b="1">
                <a:solidFill>
                  <a:srgbClr val="FCFDF2"/>
                </a:solidFill>
                <a:latin typeface="Montserrat"/>
                <a:ea typeface="Montserrat"/>
                <a:cs typeface="Montserrat"/>
              </a:defRPr>
            </a:pPr>
            <a:r>
              <a:rPr sz="1500" b="1" dirty="0">
                <a:solidFill>
                  <a:srgbClr val="FCFDF2"/>
                </a:solidFill>
                <a:latin typeface="Montserrat"/>
                <a:ea typeface="Montserrat"/>
                <a:cs typeface="Montserrat"/>
              </a:rPr>
              <a:t>329600</a:t>
            </a:r>
          </a:p>
        </p:txBody>
      </p:sp>
      <p:sp>
        <p:nvSpPr>
          <p:cNvPr id="136" name="正方形/長方形 135">
            <a:extLst>
              <a:ext uri="{FF2B5EF4-FFF2-40B4-BE49-F238E27FC236}">
                <a16:creationId xmlns:a16="http://schemas.microsoft.com/office/drawing/2014/main" id="{69C205F3-82DC-4D3B-9AC3-013F4BAD98EB}"/>
              </a:ext>
            </a:extLst>
          </p:cNvPr>
          <p:cNvSpPr>
            <a:spLocks noGrp="1"/>
          </p:cNvSpPr>
          <p:nvPr/>
        </p:nvSpPr>
        <p:spPr>
          <a:xfrm>
            <a:off x="2628900" y="1962150"/>
            <a:ext cx="1638300" cy="895350"/>
          </a:xfrm>
          <a:prstGeom prst="rect">
            <a:avLst/>
          </a:prstGeom>
          <a:solidFill>
            <a:srgbClr val="232528"/>
          </a:solidFill>
          <a:ln w="0">
            <a:noFill/>
            <a:prstDash val="solid"/>
          </a:ln>
        </p:spPr>
        <p:txBody>
          <a:bodyPr lIns="76200" tIns="57150" rIns="76200" bIns="57150" anchor="ctr"/>
          <a:lstStyle/>
          <a:p>
            <a:pPr algn="l">
              <a:defRPr sz="1500" b="1">
                <a:solidFill>
                  <a:srgbClr val="FCFDF2"/>
                </a:solidFill>
                <a:latin typeface="Montserrat"/>
                <a:ea typeface="Montserrat"/>
                <a:cs typeface="Montserrat"/>
              </a:defRPr>
            </a:pPr>
            <a:r>
              <a:rPr sz="1500" b="1" dirty="0" err="1">
                <a:solidFill>
                  <a:srgbClr val="FCFDF2"/>
                </a:solidFill>
                <a:latin typeface="Montserrat"/>
                <a:ea typeface="Montserrat"/>
                <a:cs typeface="Montserrat"/>
              </a:rPr>
              <a:t>DriveBrake</a:t>
            </a:r>
            <a:endParaRPr sz="1500" b="1" dirty="0">
              <a:solidFill>
                <a:srgbClr val="FCFDF2"/>
              </a:solidFill>
              <a:latin typeface="Montserrat"/>
              <a:ea typeface="Montserrat"/>
              <a:cs typeface="Montserrat"/>
            </a:endParaRPr>
          </a:p>
          <a:p>
            <a:r>
              <a:rPr lang="en-US" altLang="ja-JP" sz="1500" b="1" dirty="0">
                <a:solidFill>
                  <a:srgbClr val="FCFDF2"/>
                </a:solidFill>
                <a:latin typeface="Montserrat"/>
                <a:ea typeface="Montserrat"/>
                <a:cs typeface="Montserrat"/>
              </a:rPr>
              <a:t>(</a:t>
            </a:r>
            <a:r>
              <a:rPr lang="ja-JP" altLang="en-US" sz="1500" b="1">
                <a:solidFill>
                  <a:srgbClr val="FCFDF2"/>
                </a:solidFill>
                <a:latin typeface="Montserrat"/>
                <a:ea typeface="Montserrat"/>
                <a:cs typeface="Montserrat"/>
              </a:rPr>
              <a:t>急発進データ</a:t>
            </a:r>
            <a:r>
              <a:rPr lang="en-US" altLang="ja-JP" sz="1500" b="1" dirty="0">
                <a:solidFill>
                  <a:srgbClr val="FCFDF2"/>
                </a:solidFill>
                <a:latin typeface="Montserrat"/>
                <a:ea typeface="Montserrat"/>
                <a:cs typeface="Montserrat"/>
              </a:rPr>
              <a:t>)</a:t>
            </a:r>
            <a:endParaRPr sz="1500" b="1" dirty="0">
              <a:solidFill>
                <a:srgbClr val="FCFDF2"/>
              </a:solidFill>
              <a:latin typeface="Montserrat"/>
              <a:ea typeface="Montserrat"/>
              <a:cs typeface="Montserrat"/>
            </a:endParaRPr>
          </a:p>
          <a:p>
            <a:pPr algn="l">
              <a:defRPr sz="1500" b="1">
                <a:solidFill>
                  <a:srgbClr val="FCFDF2"/>
                </a:solidFill>
                <a:latin typeface="Montserrat"/>
                <a:ea typeface="Montserrat"/>
                <a:cs typeface="Montserrat"/>
              </a:defRPr>
            </a:pPr>
            <a:r>
              <a:rPr sz="1500" b="1" dirty="0">
                <a:solidFill>
                  <a:srgbClr val="FCFDF2"/>
                </a:solidFill>
                <a:latin typeface="Montserrat"/>
                <a:ea typeface="Montserrat"/>
                <a:cs typeface="Montserrat"/>
              </a:rPr>
              <a:t>162647</a:t>
            </a:r>
          </a:p>
        </p:txBody>
      </p:sp>
      <p:sp>
        <p:nvSpPr>
          <p:cNvPr id="137" name="正方形/長方形 136">
            <a:extLst>
              <a:ext uri="{FF2B5EF4-FFF2-40B4-BE49-F238E27FC236}">
                <a16:creationId xmlns:a16="http://schemas.microsoft.com/office/drawing/2014/main" id="{68A45832-8F06-4DDD-942B-112A967B55B1}"/>
              </a:ext>
            </a:extLst>
          </p:cNvPr>
          <p:cNvSpPr>
            <a:spLocks noGrp="1"/>
          </p:cNvSpPr>
          <p:nvPr/>
        </p:nvSpPr>
        <p:spPr>
          <a:xfrm>
            <a:off x="4667250" y="1962150"/>
            <a:ext cx="1638300" cy="895350"/>
          </a:xfrm>
          <a:prstGeom prst="rect">
            <a:avLst/>
          </a:prstGeom>
          <a:solidFill>
            <a:srgbClr val="232528"/>
          </a:solidFill>
          <a:ln w="0">
            <a:noFill/>
            <a:prstDash val="solid"/>
          </a:ln>
        </p:spPr>
        <p:txBody>
          <a:bodyPr lIns="76200" tIns="57150" rIns="76200" bIns="57150" anchor="ctr"/>
          <a:lstStyle/>
          <a:p>
            <a:pPr algn="l">
              <a:defRPr sz="1500" b="1">
                <a:solidFill>
                  <a:srgbClr val="FCFDF2"/>
                </a:solidFill>
                <a:latin typeface="Montserrat"/>
                <a:ea typeface="Montserrat"/>
                <a:cs typeface="Montserrat"/>
              </a:defRPr>
            </a:pPr>
            <a:r>
              <a:rPr sz="1500" b="1" dirty="0">
                <a:solidFill>
                  <a:srgbClr val="FCFDF2"/>
                </a:solidFill>
                <a:latin typeface="Montserrat"/>
                <a:ea typeface="Montserrat"/>
                <a:cs typeface="Montserrat"/>
              </a:rPr>
              <a:t>Cornering</a:t>
            </a:r>
          </a:p>
          <a:p>
            <a:r>
              <a:rPr lang="en-US" sz="1500" b="1" dirty="0">
                <a:solidFill>
                  <a:srgbClr val="FCFDF2"/>
                </a:solidFill>
                <a:latin typeface="Montserrat"/>
                <a:ea typeface="Montserrat"/>
                <a:cs typeface="Montserrat"/>
              </a:rPr>
              <a:t>(</a:t>
            </a:r>
            <a:r>
              <a:rPr lang="en-US" sz="1500" b="1" dirty="0" err="1">
                <a:solidFill>
                  <a:srgbClr val="FCFDF2"/>
                </a:solidFill>
                <a:latin typeface="Montserrat"/>
                <a:ea typeface="Montserrat"/>
                <a:cs typeface="Montserrat"/>
              </a:rPr>
              <a:t>旋回データ</a:t>
            </a:r>
            <a:r>
              <a:rPr lang="en-US" sz="1500" b="1" dirty="0">
                <a:solidFill>
                  <a:srgbClr val="FCFDF2"/>
                </a:solidFill>
                <a:latin typeface="Montserrat"/>
                <a:ea typeface="Montserrat"/>
                <a:cs typeface="Montserrat"/>
              </a:rPr>
              <a:t>)</a:t>
            </a:r>
            <a:endParaRPr sz="1500" b="1" dirty="0">
              <a:solidFill>
                <a:srgbClr val="FCFDF2"/>
              </a:solidFill>
              <a:latin typeface="Montserrat"/>
              <a:ea typeface="Montserrat"/>
              <a:cs typeface="Montserrat"/>
            </a:endParaRPr>
          </a:p>
          <a:p>
            <a:pPr algn="l">
              <a:defRPr sz="1500" b="1">
                <a:solidFill>
                  <a:srgbClr val="FCFDF2"/>
                </a:solidFill>
                <a:latin typeface="Montserrat"/>
                <a:ea typeface="Montserrat"/>
                <a:cs typeface="Montserrat"/>
              </a:defRPr>
            </a:pPr>
            <a:r>
              <a:rPr sz="1500" b="1" dirty="0">
                <a:solidFill>
                  <a:srgbClr val="FCFDF2"/>
                </a:solidFill>
                <a:latin typeface="Montserrat"/>
                <a:ea typeface="Montserrat"/>
                <a:cs typeface="Montserrat"/>
              </a:rPr>
              <a:t>166953</a:t>
            </a:r>
          </a:p>
        </p:txBody>
      </p:sp>
      <p:sp>
        <p:nvSpPr>
          <p:cNvPr id="138" name="正方形/長方形 137">
            <a:extLst>
              <a:ext uri="{FF2B5EF4-FFF2-40B4-BE49-F238E27FC236}">
                <a16:creationId xmlns:a16="http://schemas.microsoft.com/office/drawing/2014/main" id="{789F8295-F523-4E76-9C60-163AB847BF4D}"/>
              </a:ext>
            </a:extLst>
          </p:cNvPr>
          <p:cNvSpPr>
            <a:spLocks noGrp="1"/>
          </p:cNvSpPr>
          <p:nvPr/>
        </p:nvSpPr>
        <p:spPr>
          <a:xfrm>
            <a:off x="6667500" y="1885950"/>
            <a:ext cx="2177242" cy="1085850"/>
          </a:xfrm>
          <a:prstGeom prst="rect">
            <a:avLst/>
          </a:prstGeom>
          <a:solidFill>
            <a:srgbClr val="2A2D31"/>
          </a:solidFill>
          <a:ln w="9525">
            <a:solidFill>
              <a:srgbClr val="5D6CEC"/>
            </a:solidFill>
            <a:prstDash val="solid"/>
          </a:ln>
        </p:spPr>
        <p:txBody>
          <a:bodyPr lIns="76200" tIns="57150" rIns="76200" bIns="57150" anchor="t"/>
          <a:lstStyle/>
          <a:p>
            <a:pPr algn="l">
              <a:defRPr sz="975" b="0">
                <a:solidFill>
                  <a:srgbClr val="FCFDF2"/>
                </a:solidFill>
                <a:latin typeface="ＭＳ Ｐゴシック"/>
                <a:ea typeface="ＭＳ Ｐゴシック"/>
                <a:cs typeface="ＭＳ Ｐゴシック"/>
              </a:defRPr>
            </a:pPr>
            <a:r>
              <a:rPr sz="975" b="0" dirty="0" err="1">
                <a:solidFill>
                  <a:srgbClr val="FCFDF2"/>
                </a:solidFill>
                <a:latin typeface="ＭＳ Ｐゴシック"/>
                <a:ea typeface="ＭＳ Ｐゴシック"/>
                <a:cs typeface="ＭＳ Ｐゴシック"/>
              </a:rPr>
              <a:t>選定理由</a:t>
            </a:r>
            <a:endParaRPr sz="975" b="0" dirty="0">
              <a:solidFill>
                <a:srgbClr val="FCFDF2"/>
              </a:solidFill>
              <a:latin typeface="ＭＳ Ｐゴシック"/>
              <a:ea typeface="ＭＳ Ｐゴシック"/>
              <a:cs typeface="ＭＳ Ｐゴシック"/>
            </a:endParaRPr>
          </a:p>
          <a:p>
            <a:endParaRPr sz="975" b="0" dirty="0">
              <a:solidFill>
                <a:srgbClr val="FCFDF2"/>
              </a:solidFill>
              <a:latin typeface="ＭＳ Ｐゴシック"/>
              <a:ea typeface="ＭＳ Ｐゴシック"/>
              <a:cs typeface="ＭＳ Ｐゴシック"/>
            </a:endParaRPr>
          </a:p>
          <a:p>
            <a:pPr algn="l">
              <a:defRPr sz="975" b="0">
                <a:solidFill>
                  <a:srgbClr val="FCFDF2"/>
                </a:solidFill>
                <a:latin typeface="ＭＳ Ｐゴシック"/>
                <a:ea typeface="ＭＳ Ｐゴシック"/>
                <a:cs typeface="ＭＳ Ｐゴシック"/>
              </a:defRPr>
            </a:pPr>
            <a:r>
              <a:rPr sz="975" b="0" dirty="0">
                <a:solidFill>
                  <a:srgbClr val="FCFDF2"/>
                </a:solidFill>
                <a:latin typeface="ＭＳ Ｐゴシック"/>
                <a:ea typeface="ＭＳ Ｐゴシック"/>
                <a:cs typeface="ＭＳ Ｐゴシック"/>
              </a:rPr>
              <a:t>・</a:t>
            </a:r>
            <a:r>
              <a:rPr sz="975" b="0" dirty="0" err="1">
                <a:solidFill>
                  <a:srgbClr val="FCFDF2"/>
                </a:solidFill>
                <a:latin typeface="ＭＳ Ｐゴシック"/>
                <a:ea typeface="ＭＳ Ｐゴシック"/>
                <a:cs typeface="ＭＳ Ｐゴシック"/>
              </a:rPr>
              <a:t>Fx</a:t>
            </a:r>
            <a:r>
              <a:rPr sz="975" b="0" dirty="0">
                <a:solidFill>
                  <a:srgbClr val="FCFDF2"/>
                </a:solidFill>
                <a:latin typeface="ＭＳ Ｐゴシック"/>
                <a:ea typeface="ＭＳ Ｐゴシック"/>
                <a:cs typeface="ＭＳ Ｐゴシック"/>
              </a:rPr>
              <a:t> </a:t>
            </a:r>
            <a:r>
              <a:rPr sz="975" b="0" dirty="0" err="1">
                <a:solidFill>
                  <a:srgbClr val="FCFDF2"/>
                </a:solidFill>
                <a:latin typeface="ＭＳ Ｐゴシック"/>
                <a:ea typeface="ＭＳ Ｐゴシック"/>
                <a:cs typeface="ＭＳ Ｐゴシック"/>
              </a:rPr>
              <a:t>と</a:t>
            </a:r>
            <a:r>
              <a:rPr sz="975" b="0" dirty="0">
                <a:solidFill>
                  <a:srgbClr val="FCFDF2"/>
                </a:solidFill>
                <a:latin typeface="ＭＳ Ｐゴシック"/>
                <a:ea typeface="ＭＳ Ｐゴシック"/>
                <a:cs typeface="ＭＳ Ｐゴシック"/>
              </a:rPr>
              <a:t> Fy </a:t>
            </a:r>
            <a:r>
              <a:rPr sz="975" b="0" dirty="0" err="1">
                <a:solidFill>
                  <a:srgbClr val="FCFDF2"/>
                </a:solidFill>
                <a:latin typeface="ＭＳ Ｐゴシック"/>
                <a:ea typeface="ＭＳ Ｐゴシック"/>
                <a:cs typeface="ＭＳ Ｐゴシック"/>
              </a:rPr>
              <a:t>の同一比較が可能</a:t>
            </a:r>
            <a:endParaRPr sz="975" b="0" dirty="0">
              <a:solidFill>
                <a:srgbClr val="FCFDF2"/>
              </a:solidFill>
              <a:latin typeface="ＭＳ Ｐゴシック"/>
              <a:ea typeface="ＭＳ Ｐゴシック"/>
              <a:cs typeface="ＭＳ Ｐゴシック"/>
            </a:endParaRPr>
          </a:p>
          <a:p>
            <a:pPr algn="l">
              <a:defRPr sz="975" b="0">
                <a:solidFill>
                  <a:srgbClr val="FCFDF2"/>
                </a:solidFill>
                <a:latin typeface="ＭＳ Ｐゴシック"/>
                <a:ea typeface="ＭＳ Ｐゴシック"/>
                <a:cs typeface="ＭＳ Ｐゴシック"/>
              </a:defRPr>
            </a:pPr>
            <a:r>
              <a:rPr sz="975" b="0" dirty="0">
                <a:solidFill>
                  <a:srgbClr val="FCFDF2"/>
                </a:solidFill>
                <a:latin typeface="ＭＳ Ｐゴシック"/>
                <a:ea typeface="ＭＳ Ｐゴシック"/>
                <a:cs typeface="ＭＳ Ｐゴシック"/>
              </a:rPr>
              <a:t>・</a:t>
            </a:r>
            <a:r>
              <a:rPr sz="975" b="0" dirty="0" err="1">
                <a:solidFill>
                  <a:srgbClr val="FCFDF2"/>
                </a:solidFill>
                <a:latin typeface="ＭＳ Ｐゴシック"/>
                <a:ea typeface="ＭＳ Ｐゴシック"/>
                <a:cs typeface="ＭＳ Ｐゴシック"/>
              </a:rPr>
              <a:t>DriveBrake</a:t>
            </a:r>
            <a:r>
              <a:rPr sz="975" b="0" dirty="0">
                <a:solidFill>
                  <a:srgbClr val="FCFDF2"/>
                </a:solidFill>
                <a:latin typeface="ＭＳ Ｐゴシック"/>
                <a:ea typeface="ＭＳ Ｐゴシック"/>
                <a:cs typeface="ＭＳ Ｐゴシック"/>
              </a:rPr>
              <a:t> / Cornering </a:t>
            </a:r>
            <a:r>
              <a:rPr sz="975" b="0" dirty="0" err="1">
                <a:solidFill>
                  <a:srgbClr val="FCFDF2"/>
                </a:solidFill>
                <a:latin typeface="ＭＳ Ｐゴシック"/>
                <a:ea typeface="ＭＳ Ｐゴシック"/>
                <a:cs typeface="ＭＳ Ｐゴシック"/>
              </a:rPr>
              <a:t>が両方揃う</a:t>
            </a:r>
            <a:endParaRPr sz="975" b="0" dirty="0">
              <a:solidFill>
                <a:srgbClr val="FCFDF2"/>
              </a:solidFill>
              <a:latin typeface="ＭＳ Ｐゴシック"/>
              <a:ea typeface="ＭＳ Ｐゴシック"/>
              <a:cs typeface="ＭＳ Ｐゴシック"/>
            </a:endParaRPr>
          </a:p>
          <a:p>
            <a:pPr algn="l">
              <a:defRPr sz="975" b="0">
                <a:solidFill>
                  <a:srgbClr val="FCFDF2"/>
                </a:solidFill>
                <a:latin typeface="ＭＳ Ｐゴシック"/>
                <a:ea typeface="ＭＳ Ｐゴシック"/>
                <a:cs typeface="ＭＳ Ｐゴシック"/>
              </a:defRPr>
            </a:pPr>
            <a:r>
              <a:rPr sz="975" b="0" dirty="0">
                <a:solidFill>
                  <a:srgbClr val="FCFDF2"/>
                </a:solidFill>
                <a:latin typeface="ＭＳ Ｐゴシック"/>
                <a:ea typeface="ＭＳ Ｐゴシック"/>
                <a:cs typeface="ＭＳ Ｐゴシック"/>
              </a:rPr>
              <a:t>・PINN </a:t>
            </a:r>
            <a:r>
              <a:rPr sz="975" b="0" dirty="0" err="1">
                <a:solidFill>
                  <a:srgbClr val="FCFDF2"/>
                </a:solidFill>
                <a:latin typeface="ＭＳ Ｐゴシック"/>
                <a:ea typeface="ＭＳ Ｐゴシック"/>
                <a:cs typeface="ＭＳ Ｐゴシック"/>
              </a:rPr>
              <a:t>既存実装と直結</a:t>
            </a:r>
            <a:endParaRPr sz="975" b="0" dirty="0">
              <a:solidFill>
                <a:srgbClr val="FCFDF2"/>
              </a:solidFill>
              <a:latin typeface="ＭＳ Ｐゴシック"/>
              <a:ea typeface="ＭＳ Ｐゴシック"/>
              <a:cs typeface="ＭＳ Ｐゴシック"/>
            </a:endParaRPr>
          </a:p>
        </p:txBody>
      </p:sp>
      <p:sp>
        <p:nvSpPr>
          <p:cNvPr id="139" name="正方形/長方形 138">
            <a:extLst>
              <a:ext uri="{FF2B5EF4-FFF2-40B4-BE49-F238E27FC236}">
                <a16:creationId xmlns:a16="http://schemas.microsoft.com/office/drawing/2014/main" id="{25B0D657-EA5D-48B1-83A7-BA9E8E1206E9}"/>
              </a:ext>
            </a:extLst>
          </p:cNvPr>
          <p:cNvSpPr>
            <a:spLocks noGrp="1"/>
          </p:cNvSpPr>
          <p:nvPr/>
        </p:nvSpPr>
        <p:spPr>
          <a:xfrm>
            <a:off x="213879" y="3238500"/>
            <a:ext cx="8716241" cy="914400"/>
          </a:xfrm>
          <a:prstGeom prst="rect">
            <a:avLst/>
          </a:prstGeom>
          <a:solidFill>
            <a:srgbClr val="232528"/>
          </a:solidFill>
          <a:ln w="9525">
            <a:solidFill>
              <a:srgbClr val="5D6CEC"/>
            </a:solidFill>
            <a:prstDash val="solid"/>
          </a:ln>
        </p:spPr>
        <p:txBody>
          <a:bodyPr lIns="76200" tIns="57150" rIns="76200" bIns="57150" anchor="ctr"/>
          <a:lstStyle/>
          <a:p>
            <a:pPr algn="ctr">
              <a:defRPr sz="1500" b="0">
                <a:solidFill>
                  <a:srgbClr val="FCFDF2"/>
                </a:solidFill>
                <a:latin typeface="Montserrat"/>
                <a:ea typeface="Montserrat"/>
                <a:cs typeface="Montserrat"/>
              </a:defRPr>
            </a:pPr>
            <a:r>
              <a:rPr sz="1500" b="0" dirty="0" err="1">
                <a:solidFill>
                  <a:srgbClr val="FCFDF2"/>
                </a:solidFill>
                <a:latin typeface="Montserrat"/>
                <a:ea typeface="Montserrat"/>
                <a:cs typeface="Montserrat"/>
              </a:rPr>
              <a:t>入力変数</a:t>
            </a:r>
            <a:r>
              <a:rPr sz="1500" b="0" dirty="0">
                <a:solidFill>
                  <a:srgbClr val="FCFDF2"/>
                </a:solidFill>
                <a:latin typeface="Montserrat"/>
                <a:ea typeface="Montserrat"/>
                <a:cs typeface="Montserrat"/>
              </a:rPr>
              <a:t>      SR</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スリップ率</a:t>
            </a:r>
            <a:r>
              <a:rPr lang="en-US"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SA</a:t>
            </a:r>
            <a:r>
              <a:rPr lang="en-US" altLang="ja-JP" sz="1500" b="0" dirty="0">
                <a:solidFill>
                  <a:srgbClr val="FCFDF2"/>
                </a:solidFill>
                <a:latin typeface="Montserrat"/>
                <a:ea typeface="Montserrat"/>
                <a:cs typeface="Montserrat"/>
              </a:rPr>
              <a:t>(</a:t>
            </a:r>
            <a:r>
              <a:rPr lang="ja-JP" altLang="en-US" sz="1500" b="0">
                <a:solidFill>
                  <a:srgbClr val="FCFDF2"/>
                </a:solidFill>
                <a:latin typeface="Montserrat"/>
                <a:ea typeface="Montserrat"/>
                <a:cs typeface="Montserrat"/>
              </a:rPr>
              <a:t>スリップアングル</a:t>
            </a:r>
            <a:r>
              <a:rPr lang="en-US" altLang="ja-JP"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Fz</a:t>
            </a:r>
            <a:r>
              <a:rPr lang="en-US" altLang="ja-JP" sz="1500" b="0" dirty="0">
                <a:solidFill>
                  <a:srgbClr val="FCFDF2"/>
                </a:solidFill>
                <a:latin typeface="Montserrat"/>
                <a:ea typeface="Montserrat"/>
                <a:cs typeface="Montserrat"/>
              </a:rPr>
              <a:t>(</a:t>
            </a:r>
            <a:r>
              <a:rPr lang="ja-JP" altLang="en-US" sz="1500" b="0">
                <a:solidFill>
                  <a:srgbClr val="FCFDF2"/>
                </a:solidFill>
                <a:latin typeface="Montserrat"/>
                <a:ea typeface="Montserrat"/>
                <a:cs typeface="Montserrat"/>
              </a:rPr>
              <a:t>垂直荷重</a:t>
            </a:r>
            <a:r>
              <a:rPr lang="en-US" altLang="ja-JP"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a:t>
            </a:r>
            <a:br>
              <a:rPr lang="en-US" sz="1500" b="0" dirty="0">
                <a:solidFill>
                  <a:srgbClr val="FCFDF2"/>
                </a:solidFill>
                <a:latin typeface="Montserrat"/>
                <a:ea typeface="Montserrat"/>
                <a:cs typeface="Montserrat"/>
              </a:rPr>
            </a:br>
            <a:r>
              <a:rPr sz="1500" b="0" dirty="0">
                <a:solidFill>
                  <a:srgbClr val="FCFDF2"/>
                </a:solidFill>
                <a:latin typeface="Montserrat"/>
                <a:ea typeface="Montserrat"/>
                <a:cs typeface="Montserrat"/>
              </a:rPr>
              <a:t> /   IA</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キャンバー角</a:t>
            </a:r>
            <a:r>
              <a:rPr lang="en-US"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TSTC</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タイヤ表面温度</a:t>
            </a:r>
            <a:r>
              <a:rPr lang="en-US" sz="1500" b="0" dirty="0">
                <a:solidFill>
                  <a:srgbClr val="FCFDF2"/>
                </a:solidFill>
                <a:latin typeface="Montserrat"/>
                <a:ea typeface="Montserrat"/>
                <a:cs typeface="Montserrat"/>
              </a:rPr>
              <a:t>)</a:t>
            </a:r>
            <a:endParaRPr sz="1500" b="0" dirty="0">
              <a:solidFill>
                <a:srgbClr val="FCFDF2"/>
              </a:solidFill>
              <a:latin typeface="Montserrat"/>
              <a:ea typeface="Montserrat"/>
              <a:cs typeface="Montserrat"/>
            </a:endParaRPr>
          </a:p>
          <a:p>
            <a:endParaRPr sz="1500" b="0" dirty="0">
              <a:solidFill>
                <a:srgbClr val="FCFDF2"/>
              </a:solidFill>
              <a:latin typeface="Montserrat"/>
              <a:ea typeface="Montserrat"/>
              <a:cs typeface="Montserrat"/>
            </a:endParaRPr>
          </a:p>
          <a:p>
            <a:pPr algn="ctr">
              <a:defRPr sz="1500" b="0">
                <a:solidFill>
                  <a:srgbClr val="FCFDF2"/>
                </a:solidFill>
                <a:latin typeface="Montserrat"/>
                <a:ea typeface="Montserrat"/>
                <a:cs typeface="Montserrat"/>
              </a:defRPr>
            </a:pPr>
            <a:r>
              <a:rPr sz="1500" b="0" dirty="0" err="1">
                <a:solidFill>
                  <a:srgbClr val="FCFDF2"/>
                </a:solidFill>
                <a:latin typeface="Montserrat"/>
                <a:ea typeface="Montserrat"/>
                <a:cs typeface="Montserrat"/>
              </a:rPr>
              <a:t>出力変数</a:t>
            </a:r>
            <a:r>
              <a:rPr sz="1500" b="0" dirty="0">
                <a:solidFill>
                  <a:srgbClr val="FCFDF2"/>
                </a:solidFill>
                <a:latin typeface="Montserrat"/>
                <a:ea typeface="Montserrat"/>
                <a:cs typeface="Montserrat"/>
              </a:rPr>
              <a:t>      </a:t>
            </a:r>
            <a:r>
              <a:rPr sz="1500" b="0" dirty="0" err="1">
                <a:solidFill>
                  <a:srgbClr val="FCFDF2"/>
                </a:solidFill>
                <a:latin typeface="Montserrat"/>
                <a:ea typeface="Montserrat"/>
                <a:cs typeface="Montserrat"/>
              </a:rPr>
              <a:t>Fx</a:t>
            </a:r>
            <a:r>
              <a:rPr sz="1500" b="0" dirty="0">
                <a:solidFill>
                  <a:srgbClr val="FCFDF2"/>
                </a:solidFill>
                <a:latin typeface="Montserrat"/>
                <a:ea typeface="Montserrat"/>
                <a:cs typeface="Montserrat"/>
              </a:rPr>
              <a:t> </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縦力</a:t>
            </a:r>
            <a:r>
              <a:rPr lang="en-US"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Fy </a:t>
            </a:r>
            <a:r>
              <a:rPr lang="ja-JP" altLang="en-US" sz="1500" b="0">
                <a:solidFill>
                  <a:srgbClr val="FCFDF2"/>
                </a:solidFill>
                <a:latin typeface="Montserrat"/>
                <a:ea typeface="Montserrat"/>
                <a:cs typeface="Montserrat"/>
              </a:rPr>
              <a:t>（横力</a:t>
            </a:r>
            <a:r>
              <a:rPr lang="en-US" altLang="ja-JP"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Mx</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ロールモーメント</a:t>
            </a:r>
            <a:r>
              <a:rPr lang="en-US" sz="1500" b="0" dirty="0">
                <a:solidFill>
                  <a:srgbClr val="FCFDF2"/>
                </a:solidFill>
                <a:latin typeface="Montserrat"/>
                <a:ea typeface="Montserrat"/>
                <a:cs typeface="Montserrat"/>
              </a:rPr>
              <a:t>)</a:t>
            </a:r>
            <a:r>
              <a:rPr sz="1500" b="0" dirty="0">
                <a:solidFill>
                  <a:srgbClr val="FCFDF2"/>
                </a:solidFill>
                <a:latin typeface="Montserrat"/>
                <a:ea typeface="Montserrat"/>
                <a:cs typeface="Montserrat"/>
              </a:rPr>
              <a:t>   /   </a:t>
            </a:r>
            <a:r>
              <a:rPr sz="1500" b="0" dirty="0" err="1">
                <a:solidFill>
                  <a:srgbClr val="FCFDF2"/>
                </a:solidFill>
                <a:latin typeface="Montserrat"/>
                <a:ea typeface="Montserrat"/>
                <a:cs typeface="Montserrat"/>
              </a:rPr>
              <a:t>Mz</a:t>
            </a:r>
            <a:r>
              <a:rPr lang="en-US" sz="1500" b="0" dirty="0">
                <a:solidFill>
                  <a:srgbClr val="FCFDF2"/>
                </a:solidFill>
                <a:latin typeface="Montserrat"/>
                <a:ea typeface="Montserrat"/>
                <a:cs typeface="Montserrat"/>
              </a:rPr>
              <a:t>(</a:t>
            </a:r>
            <a:r>
              <a:rPr lang="en-US" sz="1500" b="0" dirty="0" err="1">
                <a:solidFill>
                  <a:srgbClr val="FCFDF2"/>
                </a:solidFill>
                <a:latin typeface="Montserrat"/>
                <a:ea typeface="Montserrat"/>
                <a:cs typeface="Montserrat"/>
              </a:rPr>
              <a:t>セルフアライニングトルク</a:t>
            </a:r>
            <a:r>
              <a:rPr lang="en-US" sz="1500" b="0" dirty="0">
                <a:solidFill>
                  <a:srgbClr val="FCFDF2"/>
                </a:solidFill>
                <a:latin typeface="Montserrat"/>
                <a:ea typeface="Montserrat"/>
                <a:cs typeface="Montserrat"/>
              </a:rPr>
              <a:t>)</a:t>
            </a:r>
            <a:endParaRPr sz="1500" b="0" dirty="0">
              <a:solidFill>
                <a:srgbClr val="FCFDF2"/>
              </a:solidFill>
              <a:latin typeface="Montserrat"/>
              <a:ea typeface="Montserrat"/>
              <a:cs typeface="Montserrat"/>
            </a:endParaRPr>
          </a:p>
        </p:txBody>
      </p:sp>
    </p:spTree>
    <p:extLst>
      <p:ext uri="{BB962C8B-B14F-4D97-AF65-F5344CB8AC3E}">
        <p14:creationId xmlns:p14="http://schemas.microsoft.com/office/powerpoint/2010/main" val="1304457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199" y="323850"/>
            <a:ext cx="7664335"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dirty="0" err="1">
                <a:solidFill>
                  <a:srgbClr val="FCFDF2"/>
                </a:solidFill>
                <a:latin typeface="Montserrat ExtraBold"/>
                <a:ea typeface="Montserrat ExtraBold"/>
                <a:cs typeface="Montserrat ExtraBold"/>
              </a:rPr>
              <a:t>主解析では純縦力条件に近い</a:t>
            </a:r>
            <a:r>
              <a:rPr sz="2100" b="1" dirty="0">
                <a:solidFill>
                  <a:srgbClr val="FCFDF2"/>
                </a:solidFill>
                <a:latin typeface="Montserrat ExtraBold"/>
                <a:ea typeface="Montserrat ExtraBold"/>
                <a:cs typeface="Montserrat ExtraBold"/>
              </a:rPr>
              <a:t> </a:t>
            </a:r>
            <a:r>
              <a:rPr sz="2100" b="1" dirty="0" err="1">
                <a:solidFill>
                  <a:srgbClr val="FCFDF2"/>
                </a:solidFill>
                <a:latin typeface="Montserrat ExtraBold"/>
                <a:ea typeface="Montserrat ExtraBold"/>
                <a:cs typeface="Montserrat ExtraBold"/>
              </a:rPr>
              <a:t>DriveBrake</a:t>
            </a:r>
            <a:r>
              <a:rPr sz="2100" b="1" dirty="0">
                <a:solidFill>
                  <a:srgbClr val="FCFDF2"/>
                </a:solidFill>
                <a:latin typeface="Montserrat ExtraBold"/>
                <a:ea typeface="Montserrat ExtraBold"/>
                <a:cs typeface="Montserrat ExtraBold"/>
              </a:rPr>
              <a:t> </a:t>
            </a:r>
            <a:r>
              <a:rPr sz="2100" b="1" dirty="0" err="1">
                <a:solidFill>
                  <a:srgbClr val="FCFDF2"/>
                </a:solidFill>
                <a:latin typeface="Montserrat ExtraBold"/>
                <a:ea typeface="Montserrat ExtraBold"/>
                <a:cs typeface="Montserrat ExtraBold"/>
              </a:rPr>
              <a:t>データを抽出し、Fx</a:t>
            </a:r>
            <a:r>
              <a:rPr sz="2100" b="1" dirty="0">
                <a:solidFill>
                  <a:srgbClr val="FCFDF2"/>
                </a:solidFill>
                <a:latin typeface="Montserrat ExtraBold"/>
                <a:ea typeface="Montserrat ExtraBold"/>
                <a:cs typeface="Montserrat ExtraBold"/>
              </a:rPr>
              <a:t> を4変数で説明する。</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dirty="0" err="1">
                <a:solidFill>
                  <a:srgbClr val="C8C7BA"/>
                </a:solidFill>
                <a:latin typeface="ＭＳ Ｐゴシック"/>
                <a:ea typeface="ＭＳ Ｐゴシック"/>
                <a:cs typeface="ＭＳ Ｐゴシック"/>
              </a:rPr>
              <a:t>同じ枠組みで</a:t>
            </a:r>
            <a:r>
              <a:rPr sz="975" b="0" dirty="0">
                <a:solidFill>
                  <a:srgbClr val="C8C7BA"/>
                </a:solidFill>
                <a:latin typeface="ＭＳ Ｐゴシック"/>
                <a:ea typeface="ＭＳ Ｐゴシック"/>
                <a:cs typeface="ＭＳ Ｐゴシック"/>
              </a:rPr>
              <a:t> Fy </a:t>
            </a:r>
            <a:r>
              <a:rPr sz="975" b="0" dirty="0" err="1">
                <a:solidFill>
                  <a:srgbClr val="C8C7BA"/>
                </a:solidFill>
                <a:latin typeface="ＭＳ Ｐゴシック"/>
                <a:ea typeface="ＭＳ Ｐゴシック"/>
                <a:cs typeface="ＭＳ Ｐゴシック"/>
              </a:rPr>
              <a:t>も比較し、縦力と横力で支配的な説明変数の差を確認する</a:t>
            </a:r>
            <a:r>
              <a:rPr sz="975" b="0" dirty="0">
                <a:solidFill>
                  <a:srgbClr val="C8C7BA"/>
                </a:solidFill>
                <a:latin typeface="ＭＳ Ｐゴシック"/>
                <a:ea typeface="ＭＳ Ｐゴシック"/>
                <a:cs typeface="ＭＳ Ｐゴシック"/>
              </a:rPr>
              <a:t>。</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純縦力条件と純コーナリング条件を別々に切り出し、同じ OLS 手順で比較した。</a:t>
            </a:r>
          </a:p>
        </p:txBody>
      </p:sp>
      <p:sp>
        <p:nvSpPr>
          <p:cNvPr id="130" name="正方形/長方形 129">
            <a:extLst>
              <a:ext uri="{FF2B5EF4-FFF2-40B4-BE49-F238E27FC236}">
                <a16:creationId xmlns:a16="http://schemas.microsoft.com/office/drawing/2014/main" id="{172EE78E-36A9-47C4-A78F-20C75A7B77BA}"/>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04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4E3269AE-61E4-4BC5-A7A3-CA72B94F517E}"/>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2" name="正方形/長方形 131">
            <a:extLst>
              <a:ext uri="{FF2B5EF4-FFF2-40B4-BE49-F238E27FC236}">
                <a16:creationId xmlns:a16="http://schemas.microsoft.com/office/drawing/2014/main" id="{EE8AAF1E-E313-4623-90E9-5953454E7785}"/>
              </a:ext>
            </a:extLst>
          </p:cNvPr>
          <p:cNvSpPr>
            <a:spLocks noGrp="1"/>
          </p:cNvSpPr>
          <p:nvPr/>
        </p:nvSpPr>
        <p:spPr>
          <a:xfrm>
            <a:off x="457200" y="1866900"/>
            <a:ext cx="3924300" cy="2381250"/>
          </a:xfrm>
          <a:prstGeom prst="rect">
            <a:avLst/>
          </a:prstGeom>
          <a:solidFill>
            <a:srgbClr val="232528"/>
          </a:solidFill>
          <a:ln w="9525">
            <a:solidFill>
              <a:srgbClr val="5D6CEC"/>
            </a:solid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15548A5B-BDE2-463A-9290-42FFD5E179B8}"/>
              </a:ext>
            </a:extLst>
          </p:cNvPr>
          <p:cNvSpPr>
            <a:spLocks noGrp="1"/>
          </p:cNvSpPr>
          <p:nvPr/>
        </p:nvSpPr>
        <p:spPr>
          <a:xfrm>
            <a:off x="4762500" y="1866900"/>
            <a:ext cx="3924300" cy="2381250"/>
          </a:xfrm>
          <a:prstGeom prst="rect">
            <a:avLst/>
          </a:prstGeom>
          <a:solidFill>
            <a:srgbClr val="2A2D31"/>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E77F94B8-0B69-4C2D-A01D-C3F2968F42C4}"/>
              </a:ext>
            </a:extLst>
          </p:cNvPr>
          <p:cNvSpPr>
            <a:spLocks noGrp="1"/>
          </p:cNvSpPr>
          <p:nvPr/>
        </p:nvSpPr>
        <p:spPr>
          <a:xfrm>
            <a:off x="609600" y="2000250"/>
            <a:ext cx="3619500" cy="2095500"/>
          </a:xfrm>
          <a:prstGeom prst="rect">
            <a:avLst/>
          </a:prstGeom>
          <a:solidFill>
            <a:srgbClr val="232528"/>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主解析</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Fx</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目的変数</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Fx</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説明変数</a:t>
            </a:r>
            <a:r>
              <a:rPr sz="1050" b="0" dirty="0">
                <a:solidFill>
                  <a:srgbClr val="FCFDF2"/>
                </a:solidFill>
                <a:latin typeface="ＭＳ Ｐゴシック"/>
                <a:ea typeface="ＭＳ Ｐゴシック"/>
                <a:cs typeface="ＭＳ Ｐゴシック"/>
              </a:rPr>
              <a:t>: SR, Fz, IA, TSTC</a:t>
            </a: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抽出条件</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DriveBrake</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・|SA| &lt;= 1.0 deg</a:t>
            </a:r>
            <a:r>
              <a:rPr lang="ja-JP" altLang="en-US" sz="1050" b="0">
                <a:solidFill>
                  <a:srgbClr val="FCFDF2"/>
                </a:solidFill>
                <a:latin typeface="ＭＳ Ｐゴシック"/>
                <a:ea typeface="ＭＳ Ｐゴシック"/>
                <a:cs typeface="ＭＳ Ｐゴシック"/>
              </a:rPr>
              <a:t>（ほぼ真っ直ぐ）</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・Fz &gt;= 300 N</a:t>
            </a:r>
            <a:r>
              <a:rPr lang="ja-JP" altLang="en-US" sz="1050" b="0">
                <a:solidFill>
                  <a:srgbClr val="FCFDF2"/>
                </a:solidFill>
                <a:latin typeface="ＭＳ Ｐゴシック"/>
                <a:ea typeface="ＭＳ Ｐゴシック"/>
                <a:cs typeface="ＭＳ Ｐゴシック"/>
              </a:rPr>
              <a:t>（低垂直荷重条件）</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・35 &lt;= TSTC &lt;= 85 C</a:t>
            </a:r>
            <a:r>
              <a:rPr lang="ja-JP" altLang="en-US" sz="1050" b="0">
                <a:solidFill>
                  <a:srgbClr val="FCFDF2"/>
                </a:solidFill>
                <a:latin typeface="ＭＳ Ｐゴシック"/>
                <a:ea typeface="ＭＳ Ｐゴシック"/>
                <a:cs typeface="ＭＳ Ｐゴシック"/>
              </a:rPr>
              <a:t>（現実的なタイヤ温度）</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抽出後サンプル数</a:t>
            </a:r>
            <a:r>
              <a:rPr sz="1050" b="0" dirty="0">
                <a:solidFill>
                  <a:srgbClr val="FCFDF2"/>
                </a:solidFill>
                <a:latin typeface="ＭＳ Ｐゴシック"/>
                <a:ea typeface="ＭＳ Ｐゴシック"/>
                <a:cs typeface="ＭＳ Ｐゴシック"/>
              </a:rPr>
              <a:t>: 41059</a:t>
            </a:r>
          </a:p>
        </p:txBody>
      </p:sp>
      <p:sp>
        <p:nvSpPr>
          <p:cNvPr id="135" name="正方形/長方形 134">
            <a:extLst>
              <a:ext uri="{FF2B5EF4-FFF2-40B4-BE49-F238E27FC236}">
                <a16:creationId xmlns:a16="http://schemas.microsoft.com/office/drawing/2014/main" id="{700273BB-3070-4280-812B-CD6ECE8D9283}"/>
              </a:ext>
            </a:extLst>
          </p:cNvPr>
          <p:cNvSpPr>
            <a:spLocks noGrp="1"/>
          </p:cNvSpPr>
          <p:nvPr/>
        </p:nvSpPr>
        <p:spPr>
          <a:xfrm>
            <a:off x="4914900" y="2000250"/>
            <a:ext cx="3619500" cy="2095500"/>
          </a:xfrm>
          <a:prstGeom prst="rect">
            <a:avLst/>
          </a:prstGeom>
          <a:solidFill>
            <a:srgbClr val="2A2D31"/>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比較解析</a:t>
            </a:r>
            <a:r>
              <a:rPr sz="1050" b="0" dirty="0">
                <a:solidFill>
                  <a:srgbClr val="FCFDF2"/>
                </a:solidFill>
                <a:latin typeface="ＭＳ Ｐゴシック"/>
                <a:ea typeface="ＭＳ Ｐゴシック"/>
                <a:cs typeface="ＭＳ Ｐゴシック"/>
              </a:rPr>
              <a:t>: Fy</a:t>
            </a: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目的変数</a:t>
            </a:r>
            <a:r>
              <a:rPr sz="1050" b="0" dirty="0">
                <a:solidFill>
                  <a:srgbClr val="FCFDF2"/>
                </a:solidFill>
                <a:latin typeface="ＭＳ Ｐゴシック"/>
                <a:ea typeface="ＭＳ Ｐゴシック"/>
                <a:cs typeface="ＭＳ Ｐゴシック"/>
              </a:rPr>
              <a:t>: Fy</a:t>
            </a: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説明変数</a:t>
            </a:r>
            <a:r>
              <a:rPr sz="1050" b="0" dirty="0">
                <a:solidFill>
                  <a:srgbClr val="FCFDF2"/>
                </a:solidFill>
                <a:latin typeface="ＭＳ Ｐゴシック"/>
                <a:ea typeface="ＭＳ Ｐゴシック"/>
                <a:cs typeface="ＭＳ Ｐゴシック"/>
              </a:rPr>
              <a:t>: SA, Fz, IA, TSTC</a:t>
            </a: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抽出条件</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・Cornering</a:t>
            </a:r>
          </a:p>
          <a:p>
            <a:pPr>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・|SR| &lt;= 0.02</a:t>
            </a:r>
            <a:r>
              <a:rPr lang="ja-JP" altLang="en-US" sz="1050" b="0">
                <a:solidFill>
                  <a:srgbClr val="FCFDF2"/>
                </a:solidFill>
                <a:latin typeface="ＭＳ Ｐゴシック"/>
                <a:ea typeface="ＭＳ Ｐゴシック"/>
                <a:cs typeface="ＭＳ Ｐゴシック"/>
              </a:rPr>
              <a:t>（低</a:t>
            </a:r>
            <a:r>
              <a:rPr lang="ja-JP" altLang="en-US" sz="1050">
                <a:solidFill>
                  <a:srgbClr val="FCFDF2"/>
                </a:solidFill>
                <a:latin typeface="ＭＳ Ｐゴシック"/>
                <a:ea typeface="ＭＳ Ｐゴシック"/>
                <a:cs typeface="ＭＳ Ｐゴシック"/>
              </a:rPr>
              <a:t>スリップ率）</a:t>
            </a:r>
            <a:endParaRPr sz="1050" b="0" dirty="0">
              <a:solidFill>
                <a:srgbClr val="FCFDF2"/>
              </a:solidFill>
              <a:latin typeface="ＭＳ Ｐゴシック"/>
              <a:ea typeface="ＭＳ Ｐゴシック"/>
              <a:cs typeface="ＭＳ Ｐゴシック"/>
            </a:endParaRPr>
          </a:p>
          <a:p>
            <a:pPr>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・Fz &gt;= 300 N</a:t>
            </a:r>
            <a:r>
              <a:rPr lang="ja-JP" altLang="en-US" sz="1050">
                <a:solidFill>
                  <a:srgbClr val="FCFDF2"/>
                </a:solidFill>
                <a:latin typeface="ＭＳ Ｐゴシック"/>
                <a:ea typeface="ＭＳ Ｐゴシック"/>
                <a:cs typeface="ＭＳ Ｐゴシック"/>
              </a:rPr>
              <a:t>（低垂直荷重条件）</a:t>
            </a:r>
            <a:endParaRPr sz="1050" b="0" dirty="0">
              <a:solidFill>
                <a:srgbClr val="FCFDF2"/>
              </a:solidFill>
              <a:latin typeface="ＭＳ Ｐゴシック"/>
              <a:ea typeface="ＭＳ Ｐゴシック"/>
              <a:cs typeface="ＭＳ Ｐゴシック"/>
            </a:endParaRPr>
          </a:p>
          <a:p>
            <a:pPr>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・35 &lt;= TSTC &lt;= 85 C</a:t>
            </a:r>
            <a:r>
              <a:rPr lang="ja-JP" altLang="en-US" sz="1050" b="0">
                <a:solidFill>
                  <a:srgbClr val="FCFDF2"/>
                </a:solidFill>
                <a:latin typeface="ＭＳ Ｐゴシック"/>
                <a:ea typeface="ＭＳ Ｐゴシック"/>
                <a:cs typeface="ＭＳ Ｐゴシック"/>
              </a:rPr>
              <a:t>（</a:t>
            </a:r>
            <a:r>
              <a:rPr lang="ja-JP" altLang="en-US" sz="1050">
                <a:solidFill>
                  <a:srgbClr val="FCFDF2"/>
                </a:solidFill>
                <a:latin typeface="ＭＳ Ｐゴシック"/>
                <a:ea typeface="ＭＳ Ｐゴシック"/>
                <a:cs typeface="ＭＳ Ｐゴシック"/>
              </a:rPr>
              <a:t>現実的なタイヤ温度）</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抽出後サンプル数</a:t>
            </a:r>
            <a:r>
              <a:rPr sz="1050" b="0" dirty="0">
                <a:solidFill>
                  <a:srgbClr val="FCFDF2"/>
                </a:solidFill>
                <a:latin typeface="ＭＳ Ｐゴシック"/>
                <a:ea typeface="ＭＳ Ｐゴシック"/>
                <a:cs typeface="ＭＳ Ｐゴシック"/>
              </a:rPr>
              <a:t>: 17153</a:t>
            </a:r>
          </a:p>
        </p:txBody>
      </p:sp>
    </p:spTree>
    <p:extLst>
      <p:ext uri="{BB962C8B-B14F-4D97-AF65-F5344CB8AC3E}">
        <p14:creationId xmlns:p14="http://schemas.microsoft.com/office/powerpoint/2010/main" val="130445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199" y="323850"/>
            <a:ext cx="7739149"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dirty="0" err="1">
                <a:solidFill>
                  <a:srgbClr val="FCFDF2"/>
                </a:solidFill>
                <a:latin typeface="Montserrat ExtraBold"/>
                <a:ea typeface="Montserrat ExtraBold"/>
                <a:cs typeface="Montserrat ExtraBold"/>
              </a:rPr>
              <a:t>単変量外れ値は目立たず、多変量の組み合わせとして外れ値候補が現れた</a:t>
            </a:r>
            <a:r>
              <a:rPr sz="2100" b="1" dirty="0">
                <a:solidFill>
                  <a:srgbClr val="FCFDF2"/>
                </a:solidFill>
                <a:latin typeface="Montserrat ExtraBold"/>
                <a:ea typeface="Montserrat ExtraBold"/>
                <a:cs typeface="Montserrat ExtraBold"/>
              </a:rPr>
              <a:t>。</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a:solidFill>
                  <a:srgbClr val="C8C7BA"/>
                </a:solidFill>
                <a:latin typeface="ＭＳ Ｐゴシック"/>
                <a:ea typeface="ＭＳ Ｐゴシック"/>
                <a:cs typeface="ＭＳ Ｐゴシック"/>
              </a:rPr>
              <a:t>最終解析は Mahalanobis 距離の 95% 閾値を超えるサンプルを除去した後の集合で統一した。</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外れ値処理: 説明変数空間で Mahalanobis 距離 &gt; chi-square(0.95, df=4) を除去</a:t>
            </a:r>
          </a:p>
        </p:txBody>
      </p:sp>
      <p:sp>
        <p:nvSpPr>
          <p:cNvPr id="130" name="正方形/長方形 129">
            <a:extLst>
              <a:ext uri="{FF2B5EF4-FFF2-40B4-BE49-F238E27FC236}">
                <a16:creationId xmlns:a16="http://schemas.microsoft.com/office/drawing/2014/main" id="{6E8B7671-80ED-4CBF-ABF2-C2EAA5F1A2BC}"/>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05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6D32E8AA-5114-422B-A2DA-98F57E8D37F1}"/>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2" name="正方形/長方形 131">
            <a:extLst>
              <a:ext uri="{FF2B5EF4-FFF2-40B4-BE49-F238E27FC236}">
                <a16:creationId xmlns:a16="http://schemas.microsoft.com/office/drawing/2014/main" id="{68814501-0CB2-4E11-AE83-D2DA819ECDB6}"/>
              </a:ext>
            </a:extLst>
          </p:cNvPr>
          <p:cNvSpPr>
            <a:spLocks noGrp="1"/>
          </p:cNvSpPr>
          <p:nvPr/>
        </p:nvSpPr>
        <p:spPr>
          <a:xfrm>
            <a:off x="457200" y="1905000"/>
            <a:ext cx="8229600" cy="438150"/>
          </a:xfrm>
          <a:prstGeom prst="rect">
            <a:avLst/>
          </a:prstGeom>
          <a:solidFill>
            <a:srgbClr val="232528"/>
          </a:solidFill>
          <a:ln w="9525">
            <a:solidFill>
              <a:srgbClr val="5D6CEC"/>
            </a:solidFill>
            <a:prstDash val="solid"/>
          </a:ln>
        </p:spPr>
        <p:txBody>
          <a:bodyPr lIns="76200" tIns="57150" rIns="76200" bIns="57150" anchor="ctr"/>
          <a:lstStyle/>
          <a:p>
            <a:pPr algn="l">
              <a:defRPr sz="1125" b="0">
                <a:solidFill>
                  <a:srgbClr val="FCFDF2"/>
                </a:solidFill>
                <a:latin typeface="ＭＳ Ｐゴシック"/>
                <a:ea typeface="ＭＳ Ｐゴシック"/>
                <a:cs typeface="ＭＳ Ｐゴシック"/>
              </a:defRPr>
            </a:pPr>
            <a:r>
              <a:rPr sz="1125" b="0">
                <a:solidFill>
                  <a:srgbClr val="FCFDF2"/>
                </a:solidFill>
                <a:latin typeface="ＭＳ Ｐゴシック"/>
                <a:ea typeface="ＭＳ Ｐゴシック"/>
                <a:cs typeface="ＭＳ Ｐゴシック"/>
              </a:rPr>
              <a:t>単変量外れ値: 1.96 SD と 1.5 IQR では Fx / Fy ともに 0件</a:t>
            </a:r>
          </a:p>
        </p:txBody>
      </p:sp>
      <p:sp>
        <p:nvSpPr>
          <p:cNvPr id="133" name="正方形/長方形 132">
            <a:extLst>
              <a:ext uri="{FF2B5EF4-FFF2-40B4-BE49-F238E27FC236}">
                <a16:creationId xmlns:a16="http://schemas.microsoft.com/office/drawing/2014/main" id="{9B8F2D6D-99CB-4173-94EA-9EADB0183CFE}"/>
              </a:ext>
            </a:extLst>
          </p:cNvPr>
          <p:cNvSpPr>
            <a:spLocks noGrp="1"/>
          </p:cNvSpPr>
          <p:nvPr/>
        </p:nvSpPr>
        <p:spPr>
          <a:xfrm>
            <a:off x="457200" y="2514600"/>
            <a:ext cx="4000500" cy="1619250"/>
          </a:xfrm>
          <a:prstGeom prst="rect">
            <a:avLst/>
          </a:prstGeom>
          <a:solidFill>
            <a:srgbClr val="232528"/>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E22722CA-094E-4B3D-B4C0-510E4584EC20}"/>
              </a:ext>
            </a:extLst>
          </p:cNvPr>
          <p:cNvSpPr>
            <a:spLocks noGrp="1"/>
          </p:cNvSpPr>
          <p:nvPr/>
        </p:nvSpPr>
        <p:spPr>
          <a:xfrm>
            <a:off x="4686300" y="2514600"/>
            <a:ext cx="4000500" cy="1619250"/>
          </a:xfrm>
          <a:prstGeom prst="rect">
            <a:avLst/>
          </a:prstGeom>
          <a:solidFill>
            <a:srgbClr val="2A2D31"/>
          </a:solidFill>
          <a:ln w="9525">
            <a:solidFill>
              <a:srgbClr val="5D6CEC"/>
            </a:solidFill>
            <a:prstDash val="solid"/>
          </a:ln>
        </p:spPr>
        <p:txBody>
          <a:bodyPr/>
          <a:lstStyle/>
          <a:p>
            <a:endParaRPr lang="ja-JP" altLang="en-US"/>
          </a:p>
        </p:txBody>
      </p:sp>
      <p:sp>
        <p:nvSpPr>
          <p:cNvPr id="135" name="正方形/長方形 134">
            <a:extLst>
              <a:ext uri="{FF2B5EF4-FFF2-40B4-BE49-F238E27FC236}">
                <a16:creationId xmlns:a16="http://schemas.microsoft.com/office/drawing/2014/main" id="{24C41771-156A-4482-9FB6-F49B8BEA848A}"/>
              </a:ext>
            </a:extLst>
          </p:cNvPr>
          <p:cNvSpPr>
            <a:spLocks noGrp="1"/>
          </p:cNvSpPr>
          <p:nvPr/>
        </p:nvSpPr>
        <p:spPr>
          <a:xfrm>
            <a:off x="590550" y="2647950"/>
            <a:ext cx="3733800" cy="1390650"/>
          </a:xfrm>
          <a:prstGeom prst="rect">
            <a:avLst/>
          </a:prstGeom>
          <a:solidFill>
            <a:srgbClr val="232528"/>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Fx</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主解析</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抽出後サンプル数</a:t>
            </a:r>
            <a:r>
              <a:rPr sz="1050" b="0" dirty="0">
                <a:solidFill>
                  <a:srgbClr val="FCFDF2"/>
                </a:solidFill>
                <a:latin typeface="ＭＳ Ｐゴシック"/>
                <a:ea typeface="ＭＳ Ｐゴシック"/>
                <a:cs typeface="ＭＳ Ｐゴシック"/>
              </a:rPr>
              <a:t>: 41059</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Mahalanobis</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外れ値</a:t>
            </a:r>
            <a:r>
              <a:rPr sz="1050" b="0" dirty="0">
                <a:solidFill>
                  <a:srgbClr val="FCFDF2"/>
                </a:solidFill>
                <a:latin typeface="ＭＳ Ｐゴシック"/>
                <a:ea typeface="ＭＳ Ｐゴシック"/>
                <a:cs typeface="ＭＳ Ｐゴシック"/>
              </a:rPr>
              <a:t>: 1269</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除去後サンプル数</a:t>
            </a:r>
            <a:r>
              <a:rPr sz="1050" b="0" dirty="0">
                <a:solidFill>
                  <a:srgbClr val="FCFDF2"/>
                </a:solidFill>
                <a:latin typeface="ＭＳ Ｐゴシック"/>
                <a:ea typeface="ＭＳ Ｐゴシック"/>
                <a:cs typeface="ＭＳ Ｐゴシック"/>
              </a:rPr>
              <a:t>: 39790</a:t>
            </a: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結論</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単変量では見えない組み合わせ異常が主だった</a:t>
            </a:r>
            <a:endParaRPr sz="1050" b="0" dirty="0">
              <a:solidFill>
                <a:srgbClr val="FCFDF2"/>
              </a:solidFill>
              <a:latin typeface="ＭＳ Ｐゴシック"/>
              <a:ea typeface="ＭＳ Ｐゴシック"/>
              <a:cs typeface="ＭＳ Ｐゴシック"/>
            </a:endParaRPr>
          </a:p>
        </p:txBody>
      </p:sp>
      <p:sp>
        <p:nvSpPr>
          <p:cNvPr id="136" name="正方形/長方形 135">
            <a:extLst>
              <a:ext uri="{FF2B5EF4-FFF2-40B4-BE49-F238E27FC236}">
                <a16:creationId xmlns:a16="http://schemas.microsoft.com/office/drawing/2014/main" id="{6DDAD8A9-B85C-44A3-A10B-F7AEF53DFCD5}"/>
              </a:ext>
            </a:extLst>
          </p:cNvPr>
          <p:cNvSpPr>
            <a:spLocks noGrp="1"/>
          </p:cNvSpPr>
          <p:nvPr/>
        </p:nvSpPr>
        <p:spPr>
          <a:xfrm>
            <a:off x="4819650" y="2647950"/>
            <a:ext cx="3733800" cy="1390650"/>
          </a:xfrm>
          <a:prstGeom prst="rect">
            <a:avLst/>
          </a:prstGeom>
          <a:solidFill>
            <a:srgbClr val="2A2D31"/>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Fy </a:t>
            </a:r>
            <a:r>
              <a:rPr sz="1050" b="0" dirty="0" err="1">
                <a:solidFill>
                  <a:srgbClr val="FCFDF2"/>
                </a:solidFill>
                <a:latin typeface="ＭＳ Ｐゴシック"/>
                <a:ea typeface="ＭＳ Ｐゴシック"/>
                <a:cs typeface="ＭＳ Ｐゴシック"/>
              </a:rPr>
              <a:t>比較解析</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抽出後サンプル数</a:t>
            </a:r>
            <a:r>
              <a:rPr sz="1050" b="0" dirty="0">
                <a:solidFill>
                  <a:srgbClr val="FCFDF2"/>
                </a:solidFill>
                <a:latin typeface="ＭＳ Ｐゴシック"/>
                <a:ea typeface="ＭＳ Ｐゴシック"/>
                <a:cs typeface="ＭＳ Ｐゴシック"/>
              </a:rPr>
              <a:t>: 17153</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Mahalanobis</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外れ値</a:t>
            </a:r>
            <a:r>
              <a:rPr sz="1050" b="0" dirty="0">
                <a:solidFill>
                  <a:srgbClr val="FCFDF2"/>
                </a:solidFill>
                <a:latin typeface="ＭＳ Ｐゴシック"/>
                <a:ea typeface="ＭＳ Ｐゴシック"/>
                <a:cs typeface="ＭＳ Ｐゴシック"/>
              </a:rPr>
              <a:t>: 1214</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除去後サンプル数</a:t>
            </a:r>
            <a:r>
              <a:rPr sz="1050" b="0" dirty="0">
                <a:solidFill>
                  <a:srgbClr val="FCFDF2"/>
                </a:solidFill>
                <a:latin typeface="ＭＳ Ｐゴシック"/>
                <a:ea typeface="ＭＳ Ｐゴシック"/>
                <a:cs typeface="ＭＳ Ｐゴシック"/>
              </a:rPr>
              <a:t>: 15939</a:t>
            </a: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講義内容に沿って、最終回帰は除去後データで統一した</a:t>
            </a:r>
            <a:endParaRPr sz="1050" b="0" dirty="0">
              <a:solidFill>
                <a:srgbClr val="FCFDF2"/>
              </a:solidFill>
              <a:latin typeface="ＭＳ Ｐゴシック"/>
              <a:ea typeface="ＭＳ Ｐゴシック"/>
              <a:cs typeface="ＭＳ Ｐゴシック"/>
            </a:endParaRPr>
          </a:p>
        </p:txBody>
      </p:sp>
    </p:spTree>
    <p:extLst>
      <p:ext uri="{BB962C8B-B14F-4D97-AF65-F5344CB8AC3E}">
        <p14:creationId xmlns:p14="http://schemas.microsoft.com/office/powerpoint/2010/main" val="1304457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a:solidFill>
                  <a:srgbClr val="FCFDF2"/>
                </a:solidFill>
                <a:latin typeface="Montserrat ExtraBold"/>
                <a:ea typeface="Montserrat ExtraBold"/>
                <a:cs typeface="Montserrat ExtraBold"/>
              </a:rPr>
              <a:t>Fx 回帰では共線性は弱く、SR が最も支配的な説明変数になった。</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a:solidFill>
                  <a:srgbClr val="C8C7BA"/>
                </a:solidFill>
                <a:latin typeface="ＭＳ Ｐゴシック"/>
                <a:ea typeface="ＭＳ Ｐゴシック"/>
                <a:cs typeface="ＭＳ Ｐゴシック"/>
              </a:rPr>
              <a:t>VIF はすべて 1 台であり、多重共線性による係数不安定性はこの条件では小さい。</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742950" y="1450521"/>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1000" b="0" dirty="0" err="1">
                <a:solidFill>
                  <a:srgbClr val="C8C7BA"/>
                </a:solidFill>
                <a:latin typeface="Work Sans"/>
                <a:ea typeface="Work Sans"/>
                <a:cs typeface="Work Sans"/>
              </a:rPr>
              <a:t>回帰式</a:t>
            </a:r>
            <a:r>
              <a:rPr sz="1000" b="0" dirty="0">
                <a:solidFill>
                  <a:srgbClr val="C8C7BA"/>
                </a:solidFill>
                <a:latin typeface="Work Sans"/>
                <a:ea typeface="Work Sans"/>
                <a:cs typeface="Work Sans"/>
              </a:rPr>
              <a:t>: </a:t>
            </a:r>
            <a:r>
              <a:rPr sz="1000" b="0" dirty="0" err="1">
                <a:solidFill>
                  <a:srgbClr val="C8C7BA"/>
                </a:solidFill>
                <a:latin typeface="Work Sans"/>
                <a:ea typeface="Work Sans"/>
                <a:cs typeface="Work Sans"/>
              </a:rPr>
              <a:t>Fx</a:t>
            </a:r>
            <a:r>
              <a:rPr sz="1000" b="0" dirty="0">
                <a:solidFill>
                  <a:srgbClr val="C8C7BA"/>
                </a:solidFill>
                <a:latin typeface="Work Sans"/>
                <a:ea typeface="Work Sans"/>
                <a:cs typeface="Work Sans"/>
              </a:rPr>
              <a:t> = a0 + a1*SR + a2*Fz + a3*IA + a4*TST</a:t>
            </a:r>
            <a:r>
              <a:rPr lang="en" sz="1000" b="0" dirty="0">
                <a:solidFill>
                  <a:srgbClr val="C8C7BA"/>
                </a:solidFill>
                <a:latin typeface="Work Sans"/>
                <a:ea typeface="Work Sans"/>
                <a:cs typeface="Work Sans"/>
              </a:rPr>
              <a:t>C</a:t>
            </a:r>
            <a:endParaRPr sz="1000" b="0" dirty="0">
              <a:solidFill>
                <a:srgbClr val="C8C7BA"/>
              </a:solidFill>
              <a:latin typeface="Work Sans"/>
              <a:ea typeface="Work Sans"/>
              <a:cs typeface="Work Sans"/>
            </a:endParaRPr>
          </a:p>
        </p:txBody>
      </p:sp>
      <p:sp>
        <p:nvSpPr>
          <p:cNvPr id="130" name="正方形/長方形 129">
            <a:extLst>
              <a:ext uri="{FF2B5EF4-FFF2-40B4-BE49-F238E27FC236}">
                <a16:creationId xmlns:a16="http://schemas.microsoft.com/office/drawing/2014/main" id="{7F9D5268-6601-4F2B-A30D-60FBDA6D76A4}"/>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06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E0363402-BE7C-4E6A-8BFE-1B75651CDCDE}"/>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2" name="正方形/長方形 131">
            <a:extLst>
              <a:ext uri="{FF2B5EF4-FFF2-40B4-BE49-F238E27FC236}">
                <a16:creationId xmlns:a16="http://schemas.microsoft.com/office/drawing/2014/main" id="{40AB4A9B-DC4C-4433-B4A5-313DF3380B06}"/>
              </a:ext>
            </a:extLst>
          </p:cNvPr>
          <p:cNvSpPr>
            <a:spLocks noGrp="1"/>
          </p:cNvSpPr>
          <p:nvPr/>
        </p:nvSpPr>
        <p:spPr>
          <a:xfrm>
            <a:off x="457200" y="1679121"/>
            <a:ext cx="4000500" cy="1973036"/>
          </a:xfrm>
          <a:prstGeom prst="rect">
            <a:avLst/>
          </a:prstGeom>
          <a:solidFill>
            <a:srgbClr val="232528"/>
          </a:solidFill>
          <a:ln w="9525">
            <a:solidFill>
              <a:srgbClr val="5D6CEC"/>
            </a:solid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D3496E79-3824-4899-B184-D00FCE75B495}"/>
              </a:ext>
            </a:extLst>
          </p:cNvPr>
          <p:cNvSpPr>
            <a:spLocks noGrp="1"/>
          </p:cNvSpPr>
          <p:nvPr/>
        </p:nvSpPr>
        <p:spPr>
          <a:xfrm>
            <a:off x="4686300" y="1679121"/>
            <a:ext cx="4000500" cy="1973036"/>
          </a:xfrm>
          <a:prstGeom prst="rect">
            <a:avLst/>
          </a:prstGeom>
          <a:solidFill>
            <a:srgbClr val="2A2D31"/>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2481E4A8-11F8-4BE1-9240-8E2BD33B4076}"/>
              </a:ext>
            </a:extLst>
          </p:cNvPr>
          <p:cNvSpPr>
            <a:spLocks noGrp="1"/>
          </p:cNvSpPr>
          <p:nvPr/>
        </p:nvSpPr>
        <p:spPr>
          <a:xfrm>
            <a:off x="590550" y="1793421"/>
            <a:ext cx="3733800" cy="1767840"/>
          </a:xfrm>
          <a:prstGeom prst="rect">
            <a:avLst/>
          </a:prstGeom>
          <a:solidFill>
            <a:srgbClr val="232528"/>
          </a:solidFill>
          <a:ln w="0">
            <a:noFill/>
            <a:prstDash val="solid"/>
          </a:ln>
        </p:spPr>
        <p:txBody>
          <a:bodyPr lIns="76200" tIns="57150" rIns="76200" bIns="57150" anchor="t"/>
          <a:lstStyle/>
          <a:p>
            <a:pPr algn="l">
              <a:defRPr sz="1050" b="0">
                <a:solidFill>
                  <a:srgbClr val="FCFDF2"/>
                </a:solidFill>
                <a:latin typeface="Source Code Pro"/>
                <a:ea typeface="Source Code Pro"/>
                <a:cs typeface="Source Code Pro"/>
              </a:defRPr>
            </a:pPr>
            <a:r>
              <a:rPr sz="1050" b="0" dirty="0" err="1">
                <a:solidFill>
                  <a:srgbClr val="FCFDF2"/>
                </a:solidFill>
                <a:latin typeface="Source Code Pro"/>
                <a:ea typeface="Source Code Pro"/>
                <a:cs typeface="Source Code Pro"/>
              </a:rPr>
              <a:t>係数と</a:t>
            </a:r>
            <a:r>
              <a:rPr sz="1050" b="0" dirty="0">
                <a:solidFill>
                  <a:srgbClr val="FCFDF2"/>
                </a:solidFill>
                <a:latin typeface="Source Code Pro"/>
                <a:ea typeface="Source Code Pro"/>
                <a:cs typeface="Source Code Pro"/>
              </a:rPr>
              <a:t> p-value</a:t>
            </a:r>
          </a:p>
          <a:p>
            <a:endParaRPr sz="1050" b="0" dirty="0">
              <a:solidFill>
                <a:srgbClr val="FCFDF2"/>
              </a:solidFill>
              <a:latin typeface="Source Code Pro"/>
              <a:ea typeface="Source Code Pro"/>
              <a:cs typeface="Source Code Pro"/>
            </a:endParaRP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Intercept   -1097.62   p &lt;&lt; 0.001</a:t>
            </a: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SR          16393.42   p &lt;&lt; 0.001</a:t>
            </a: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Fz              0.1937 p = 1.78e-34</a:t>
            </a: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IA             21.39   p = 1.50e-28</a:t>
            </a: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TSTC           21.76   p = 4.25e-174</a:t>
            </a:r>
          </a:p>
          <a:p>
            <a:endParaRPr sz="1050" b="0" dirty="0">
              <a:solidFill>
                <a:srgbClr val="FCFDF2"/>
              </a:solidFill>
              <a:latin typeface="Source Code Pro"/>
              <a:ea typeface="Source Code Pro"/>
              <a:cs typeface="Source Code Pro"/>
            </a:endParaRP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R^2 = 0.8830</a:t>
            </a:r>
          </a:p>
          <a:p>
            <a:pPr algn="l">
              <a:defRPr sz="1050" b="0">
                <a:solidFill>
                  <a:srgbClr val="FCFDF2"/>
                </a:solidFill>
                <a:latin typeface="Source Code Pro"/>
                <a:ea typeface="Source Code Pro"/>
                <a:cs typeface="Source Code Pro"/>
              </a:defRPr>
            </a:pPr>
            <a:r>
              <a:rPr sz="1050" b="0" dirty="0">
                <a:solidFill>
                  <a:srgbClr val="FCFDF2"/>
                </a:solidFill>
                <a:latin typeface="Source Code Pro"/>
                <a:ea typeface="Source Code Pro"/>
                <a:cs typeface="Source Code Pro"/>
              </a:rPr>
              <a:t>Adjusted R^2 = 0.8830</a:t>
            </a:r>
          </a:p>
        </p:txBody>
      </p:sp>
      <p:sp>
        <p:nvSpPr>
          <p:cNvPr id="135" name="正方形/長方形 134">
            <a:extLst>
              <a:ext uri="{FF2B5EF4-FFF2-40B4-BE49-F238E27FC236}">
                <a16:creationId xmlns:a16="http://schemas.microsoft.com/office/drawing/2014/main" id="{E476343C-71F9-4BE4-8D41-CC0A39F4595F}"/>
              </a:ext>
            </a:extLst>
          </p:cNvPr>
          <p:cNvSpPr>
            <a:spLocks noGrp="1"/>
          </p:cNvSpPr>
          <p:nvPr/>
        </p:nvSpPr>
        <p:spPr>
          <a:xfrm>
            <a:off x="4819650" y="1793421"/>
            <a:ext cx="3733800" cy="1767840"/>
          </a:xfrm>
          <a:prstGeom prst="rect">
            <a:avLst/>
          </a:prstGeom>
          <a:solidFill>
            <a:srgbClr val="2A2D31"/>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VIF</a:t>
            </a:r>
          </a:p>
          <a:p>
            <a:endParaRPr sz="90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SR    1.06</a:t>
            </a: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Fz    1.01</a:t>
            </a: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IA    1.05</a:t>
            </a: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TSTC  1.09</a:t>
            </a:r>
          </a:p>
          <a:p>
            <a:endParaRPr sz="90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900" b="0" dirty="0" err="1">
                <a:solidFill>
                  <a:srgbClr val="FCFDF2"/>
                </a:solidFill>
                <a:latin typeface="ＭＳ Ｐゴシック"/>
                <a:ea typeface="ＭＳ Ｐゴシック"/>
                <a:cs typeface="ＭＳ Ｐゴシック"/>
              </a:rPr>
              <a:t>読み取り</a:t>
            </a:r>
            <a:endParaRPr sz="900" b="0" dirty="0">
              <a:solidFill>
                <a:srgbClr val="FCFDF2"/>
              </a:solidFill>
              <a:latin typeface="ＭＳ Ｐゴシック"/>
              <a:ea typeface="ＭＳ Ｐゴシック"/>
              <a:cs typeface="ＭＳ Ｐゴシック"/>
            </a:endParaRPr>
          </a:p>
          <a:p>
            <a:endParaRPr sz="90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・SR </a:t>
            </a:r>
            <a:r>
              <a:rPr sz="900" b="0" dirty="0" err="1">
                <a:solidFill>
                  <a:srgbClr val="FCFDF2"/>
                </a:solidFill>
                <a:latin typeface="ＭＳ Ｐゴシック"/>
                <a:ea typeface="ＭＳ Ｐゴシック"/>
                <a:cs typeface="ＭＳ Ｐゴシック"/>
              </a:rPr>
              <a:t>が主支配因子</a:t>
            </a:r>
            <a:endParaRPr sz="90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・Fz, IA, TSTC </a:t>
            </a:r>
            <a:r>
              <a:rPr sz="900" b="0" dirty="0" err="1">
                <a:solidFill>
                  <a:srgbClr val="FCFDF2"/>
                </a:solidFill>
                <a:latin typeface="ＭＳ Ｐゴシック"/>
                <a:ea typeface="ＭＳ Ｐゴシック"/>
                <a:cs typeface="ＭＳ Ｐゴシック"/>
              </a:rPr>
              <a:t>も統計的には有意</a:t>
            </a:r>
            <a:endParaRPr sz="90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900" b="0" dirty="0">
                <a:solidFill>
                  <a:srgbClr val="FCFDF2"/>
                </a:solidFill>
                <a:latin typeface="ＭＳ Ｐゴシック"/>
                <a:ea typeface="ＭＳ Ｐゴシック"/>
                <a:cs typeface="ＭＳ Ｐゴシック"/>
              </a:rPr>
              <a:t>・</a:t>
            </a:r>
            <a:r>
              <a:rPr sz="900" b="0" dirty="0" err="1">
                <a:solidFill>
                  <a:srgbClr val="FCFDF2"/>
                </a:solidFill>
                <a:latin typeface="ＭＳ Ｐゴシック"/>
                <a:ea typeface="ＭＳ Ｐゴシック"/>
                <a:cs typeface="ＭＳ Ｐゴシック"/>
              </a:rPr>
              <a:t>深刻な多重共線性は見られない</a:t>
            </a:r>
            <a:endParaRPr sz="900" b="0" dirty="0">
              <a:solidFill>
                <a:srgbClr val="FCFDF2"/>
              </a:solidFill>
              <a:latin typeface="ＭＳ Ｐゴシック"/>
              <a:ea typeface="ＭＳ Ｐゴシック"/>
              <a:cs typeface="ＭＳ Ｐゴシック"/>
            </a:endParaRPr>
          </a:p>
        </p:txBody>
      </p:sp>
      <p:pic>
        <p:nvPicPr>
          <p:cNvPr id="2" name="図 1">
            <a:extLst>
              <a:ext uri="{FF2B5EF4-FFF2-40B4-BE49-F238E27FC236}">
                <a16:creationId xmlns:a16="http://schemas.microsoft.com/office/drawing/2014/main" id="{A3ED3AFB-C157-54AD-A977-48A472BAF4FA}"/>
              </a:ext>
            </a:extLst>
          </p:cNvPr>
          <p:cNvPicPr>
            <a:picLocks noChangeAspect="1"/>
          </p:cNvPicPr>
          <p:nvPr/>
        </p:nvPicPr>
        <p:blipFill>
          <a:blip r:embed="rId3"/>
          <a:stretch/>
        </p:blipFill>
        <p:spPr>
          <a:xfrm>
            <a:off x="457200" y="3673929"/>
            <a:ext cx="3524250" cy="1457560"/>
          </a:xfrm>
          <a:prstGeom prst="rect">
            <a:avLst/>
          </a:prstGeom>
        </p:spPr>
      </p:pic>
      <p:sp>
        <p:nvSpPr>
          <p:cNvPr id="3" name="正方形/長方形 2">
            <a:extLst>
              <a:ext uri="{FF2B5EF4-FFF2-40B4-BE49-F238E27FC236}">
                <a16:creationId xmlns:a16="http://schemas.microsoft.com/office/drawing/2014/main" id="{7A5A1058-6731-C393-267F-FC8DB070D58C}"/>
              </a:ext>
            </a:extLst>
          </p:cNvPr>
          <p:cNvSpPr>
            <a:spLocks noGrp="1"/>
          </p:cNvSpPr>
          <p:nvPr/>
        </p:nvSpPr>
        <p:spPr>
          <a:xfrm>
            <a:off x="4708072" y="3702739"/>
            <a:ext cx="2647950" cy="1428750"/>
          </a:xfrm>
          <a:prstGeom prst="rect">
            <a:avLst/>
          </a:prstGeom>
          <a:solidFill>
            <a:srgbClr val="232528"/>
          </a:solidFill>
          <a:ln w="9525">
            <a:solidFill>
              <a:srgbClr val="5D6CEC"/>
            </a:solid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主な読み取り</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対角線近傍に十分集まり、線形基準線としては強い</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残差はゼロ近傍に集中するが、飽和域で広がる</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したがって、線形回帰は有効な第一段階だが最終形ではない</a:t>
            </a:r>
            <a:endParaRPr sz="1050" b="0" dirty="0">
              <a:solidFill>
                <a:srgbClr val="FCFDF2"/>
              </a:solidFill>
              <a:latin typeface="ＭＳ Ｐゴシック"/>
              <a:ea typeface="ＭＳ Ｐゴシック"/>
              <a:cs typeface="ＭＳ Ｐゴシック"/>
            </a:endParaRPr>
          </a:p>
        </p:txBody>
      </p:sp>
    </p:spTree>
    <p:extLst>
      <p:ext uri="{BB962C8B-B14F-4D97-AF65-F5344CB8AC3E}">
        <p14:creationId xmlns:p14="http://schemas.microsoft.com/office/powerpoint/2010/main" val="1304457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dirty="0">
                <a:solidFill>
                  <a:srgbClr val="FCFDF2"/>
                </a:solidFill>
                <a:latin typeface="Montserrat ExtraBold"/>
                <a:ea typeface="Montserrat ExtraBold"/>
                <a:cs typeface="Montserrat ExtraBold"/>
              </a:rPr>
              <a:t>Fy </a:t>
            </a:r>
            <a:r>
              <a:rPr sz="2100" b="1" dirty="0" err="1">
                <a:solidFill>
                  <a:srgbClr val="FCFDF2"/>
                </a:solidFill>
                <a:latin typeface="Montserrat ExtraBold"/>
                <a:ea typeface="Montserrat ExtraBold"/>
                <a:cs typeface="Montserrat ExtraBold"/>
              </a:rPr>
              <a:t>を比較すると、縦力と横力の両方で荷重・温度・キャンバーが有意に効くことが分かる</a:t>
            </a:r>
            <a:r>
              <a:rPr sz="2100" b="1" dirty="0">
                <a:solidFill>
                  <a:srgbClr val="FCFDF2"/>
                </a:solidFill>
                <a:latin typeface="Montserrat ExtraBold"/>
                <a:ea typeface="Montserrat ExtraBold"/>
                <a:cs typeface="Montserrat ExtraBold"/>
              </a:rPr>
              <a:t>。</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a:solidFill>
                  <a:srgbClr val="C8C7BA"/>
                </a:solidFill>
                <a:latin typeface="ＭＳ Ｐゴシック"/>
                <a:ea typeface="ＭＳ Ｐゴシック"/>
                <a:cs typeface="ＭＳ Ｐゴシック"/>
              </a:rPr>
              <a:t>Fx は SR 主導、Fy は SA 主導だが、Fz / IA / TSTC は両者に共通する説明因子として残った。</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比較: 標準化係数の比較と Fy 回帰の主要係数</a:t>
            </a:r>
          </a:p>
        </p:txBody>
      </p:sp>
      <p:sp>
        <p:nvSpPr>
          <p:cNvPr id="130" name="正方形/長方形 129">
            <a:extLst>
              <a:ext uri="{FF2B5EF4-FFF2-40B4-BE49-F238E27FC236}">
                <a16:creationId xmlns:a16="http://schemas.microsoft.com/office/drawing/2014/main" id="{A52F687E-4911-46BC-A38D-C0EB7D5A8D6E}"/>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08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81A81C75-1767-44E2-9CAC-FAB358BDA315}"/>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pic>
        <p:nvPicPr>
          <p:cNvPr id="132" name="図 131"/>
          <p:cNvPicPr>
            <a:picLocks noChangeAspect="1"/>
          </p:cNvPicPr>
          <p:nvPr/>
        </p:nvPicPr>
        <p:blipFill>
          <a:blip r:embed="rId3"/>
          <a:stretch/>
        </p:blipFill>
        <p:spPr>
          <a:xfrm>
            <a:off x="457200" y="1936733"/>
            <a:ext cx="4953000" cy="2260635"/>
          </a:xfrm>
          <a:prstGeom prst="rect">
            <a:avLst/>
          </a:prstGeom>
        </p:spPr>
      </p:pic>
      <p:sp>
        <p:nvSpPr>
          <p:cNvPr id="133" name="正方形/長方形 132">
            <a:extLst>
              <a:ext uri="{FF2B5EF4-FFF2-40B4-BE49-F238E27FC236}">
                <a16:creationId xmlns:a16="http://schemas.microsoft.com/office/drawing/2014/main" id="{71DF1198-D0AC-481A-95B0-7660458C61AD}"/>
              </a:ext>
            </a:extLst>
          </p:cNvPr>
          <p:cNvSpPr>
            <a:spLocks noGrp="1"/>
          </p:cNvSpPr>
          <p:nvPr/>
        </p:nvSpPr>
        <p:spPr>
          <a:xfrm>
            <a:off x="5619750" y="1885950"/>
            <a:ext cx="3067050" cy="2362200"/>
          </a:xfrm>
          <a:prstGeom prst="rect">
            <a:avLst/>
          </a:prstGeom>
          <a:solidFill>
            <a:srgbClr val="2A2D31"/>
          </a:solidFill>
          <a:ln w="9525">
            <a:solidFill>
              <a:srgbClr val="5D6CEC"/>
            </a:solid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Fy の主要結果</a:t>
            </a:r>
          </a:p>
          <a:p>
            <a:endParaRPr sz="1050" b="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R^2 = 0.8937</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Adjusted R^2 = 0.8937</a:t>
            </a:r>
          </a:p>
          <a:p>
            <a:endParaRPr sz="1050" b="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SA    -136.48</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Fz      0.9796</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IA     12.48</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TSTC   11.73</a:t>
            </a:r>
          </a:p>
          <a:p>
            <a:endParaRPr sz="1050" b="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まとめ</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・Fx は SR 主導</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・Fy は SA 主導</a:t>
            </a:r>
          </a:p>
          <a:p>
            <a:pPr algn="l">
              <a:defRPr sz="1050" b="0">
                <a:solidFill>
                  <a:srgbClr val="FCFDF2"/>
                </a:solidFill>
                <a:latin typeface="ＭＳ Ｐゴシック"/>
                <a:ea typeface="ＭＳ Ｐゴシック"/>
                <a:cs typeface="ＭＳ Ｐゴシック"/>
              </a:defRPr>
            </a:pPr>
            <a:r>
              <a:rPr sz="1050" b="0">
                <a:solidFill>
                  <a:srgbClr val="FCFDF2"/>
                </a:solidFill>
                <a:latin typeface="ＭＳ Ｐゴシック"/>
                <a:ea typeface="ＭＳ Ｐゴシック"/>
                <a:cs typeface="ＭＳ Ｐゴシック"/>
              </a:rPr>
              <a:t>・Fz, IA, TSTC は共通因子</a:t>
            </a:r>
          </a:p>
        </p:txBody>
      </p:sp>
    </p:spTree>
    <p:extLst>
      <p:ext uri="{BB962C8B-B14F-4D97-AF65-F5344CB8AC3E}">
        <p14:creationId xmlns:p14="http://schemas.microsoft.com/office/powerpoint/2010/main" val="1304457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dirty="0" err="1">
                <a:solidFill>
                  <a:srgbClr val="FCFDF2"/>
                </a:solidFill>
                <a:latin typeface="Montserrat ExtraBold"/>
                <a:ea typeface="Montserrat ExtraBold"/>
                <a:cs typeface="Montserrat ExtraBold"/>
              </a:rPr>
              <a:t>線形回帰は有効な基準線だが、タイヤの本質的な非線形性は表しきれない</a:t>
            </a:r>
            <a:r>
              <a:rPr sz="2100" b="1" dirty="0">
                <a:solidFill>
                  <a:srgbClr val="FCFDF2"/>
                </a:solidFill>
                <a:latin typeface="Montserrat ExtraBold"/>
                <a:ea typeface="Montserrat ExtraBold"/>
                <a:cs typeface="Montserrat ExtraBold"/>
              </a:rPr>
              <a:t>。</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dirty="0">
                <a:solidFill>
                  <a:srgbClr val="C8C7BA"/>
                </a:solidFill>
                <a:latin typeface="ＭＳ Ｐゴシック"/>
                <a:ea typeface="ＭＳ Ｐゴシック"/>
                <a:cs typeface="ＭＳ Ｐゴシック"/>
              </a:rPr>
              <a:t>Fx-SR </a:t>
            </a:r>
            <a:r>
              <a:rPr sz="975" b="0" dirty="0" err="1">
                <a:solidFill>
                  <a:srgbClr val="C8C7BA"/>
                </a:solidFill>
                <a:latin typeface="ＭＳ Ｐゴシック"/>
                <a:ea typeface="ＭＳ Ｐゴシック"/>
                <a:cs typeface="ＭＳ Ｐゴシック"/>
              </a:rPr>
              <a:t>散布を荷重群で見ると、飽和・荷重依存・複合制約が線形近似の限界として現れる</a:t>
            </a:r>
            <a:r>
              <a:rPr sz="975" b="0" dirty="0">
                <a:solidFill>
                  <a:srgbClr val="C8C7BA"/>
                </a:solidFill>
                <a:latin typeface="ＭＳ Ｐゴシック"/>
                <a:ea typeface="ＭＳ Ｐゴシック"/>
                <a:cs typeface="ＭＳ Ｐゴシック"/>
              </a:rPr>
              <a:t>。</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4819650"/>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a:solidFill>
                  <a:srgbClr val="C8C7BA"/>
                </a:solidFill>
                <a:latin typeface="Work Sans"/>
                <a:ea typeface="Work Sans"/>
                <a:cs typeface="Work Sans"/>
              </a:rPr>
              <a:t>線形近似の限界: 飽和、摩擦円、複合スリップ、温度依存</a:t>
            </a:r>
          </a:p>
        </p:txBody>
      </p:sp>
      <p:sp>
        <p:nvSpPr>
          <p:cNvPr id="130" name="正方形/長方形 129">
            <a:extLst>
              <a:ext uri="{FF2B5EF4-FFF2-40B4-BE49-F238E27FC236}">
                <a16:creationId xmlns:a16="http://schemas.microsoft.com/office/drawing/2014/main" id="{70C7E8C5-AADF-4DF7-BF69-A5747CA6D282}"/>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09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1417F033-37FC-407B-A59C-EB2126BA7BB3}"/>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pic>
        <p:nvPicPr>
          <p:cNvPr id="132" name="図 131"/>
          <p:cNvPicPr>
            <a:picLocks noChangeAspect="1"/>
          </p:cNvPicPr>
          <p:nvPr/>
        </p:nvPicPr>
        <p:blipFill>
          <a:blip r:embed="rId3"/>
          <a:stretch/>
        </p:blipFill>
        <p:spPr>
          <a:xfrm>
            <a:off x="1091001" y="1885950"/>
            <a:ext cx="3685399" cy="2362200"/>
          </a:xfrm>
          <a:prstGeom prst="rect">
            <a:avLst/>
          </a:prstGeom>
        </p:spPr>
      </p:pic>
      <p:sp>
        <p:nvSpPr>
          <p:cNvPr id="133" name="正方形/長方形 132">
            <a:extLst>
              <a:ext uri="{FF2B5EF4-FFF2-40B4-BE49-F238E27FC236}">
                <a16:creationId xmlns:a16="http://schemas.microsoft.com/office/drawing/2014/main" id="{2C34CCC1-7799-4BA3-B601-89CE4D024CB8}"/>
              </a:ext>
            </a:extLst>
          </p:cNvPr>
          <p:cNvSpPr>
            <a:spLocks noGrp="1"/>
          </p:cNvSpPr>
          <p:nvPr/>
        </p:nvSpPr>
        <p:spPr>
          <a:xfrm>
            <a:off x="5619750" y="1885950"/>
            <a:ext cx="3067050" cy="2362200"/>
          </a:xfrm>
          <a:prstGeom prst="rect">
            <a:avLst/>
          </a:prstGeom>
          <a:solidFill>
            <a:srgbClr val="232528"/>
          </a:solidFill>
          <a:ln w="9525">
            <a:solidFill>
              <a:srgbClr val="5D6CEC"/>
            </a:solid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線形で捉えにくい点</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高スリップ域の飽和</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荷重による勾配変化</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Fx</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と</a:t>
            </a:r>
            <a:r>
              <a:rPr sz="1050" b="0" dirty="0">
                <a:solidFill>
                  <a:srgbClr val="FCFDF2"/>
                </a:solidFill>
                <a:latin typeface="ＭＳ Ｐゴシック"/>
                <a:ea typeface="ＭＳ Ｐゴシック"/>
                <a:cs typeface="ＭＳ Ｐゴシック"/>
              </a:rPr>
              <a:t> Fy </a:t>
            </a:r>
            <a:r>
              <a:rPr sz="1050" b="0" dirty="0" err="1">
                <a:solidFill>
                  <a:srgbClr val="FCFDF2"/>
                </a:solidFill>
                <a:latin typeface="ＭＳ Ｐゴシック"/>
                <a:ea typeface="ＭＳ Ｐゴシック"/>
                <a:cs typeface="ＭＳ Ｐゴシック"/>
              </a:rPr>
              <a:t>の同時制約</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温度依存の非線形変化</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このため、次段階では物理制約を持つ非線形モデルが必要になる</a:t>
            </a:r>
            <a:r>
              <a:rPr sz="1050" b="0" dirty="0">
                <a:solidFill>
                  <a:srgbClr val="FCFDF2"/>
                </a:solidFill>
                <a:latin typeface="ＭＳ Ｐゴシック"/>
                <a:ea typeface="ＭＳ Ｐゴシック"/>
                <a:cs typeface="ＭＳ Ｐゴシック"/>
              </a:rPr>
              <a:t>。</a:t>
            </a:r>
          </a:p>
        </p:txBody>
      </p:sp>
    </p:spTree>
    <p:extLst>
      <p:ext uri="{BB962C8B-B14F-4D97-AF65-F5344CB8AC3E}">
        <p14:creationId xmlns:p14="http://schemas.microsoft.com/office/powerpoint/2010/main" val="130445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a:extLst>
            <a:ext uri="{FF2B5EF4-FFF2-40B4-BE49-F238E27FC236}">
              <a16:creationId xmlns:a16="http://schemas.microsoft.com/office/drawing/2014/main" id="{FC2EED54-99ED-0591-DBAA-F7616F294663}"/>
            </a:ext>
          </a:extLst>
        </p:cNvPr>
        <p:cNvGrpSpPr/>
        <p:nvPr/>
      </p:nvGrpSpPr>
      <p:grpSpPr>
        <a:xfrm>
          <a:off x="0" y="0"/>
          <a:ext cx="0" cy="0"/>
          <a:chOff x="0" y="0"/>
          <a:chExt cx="0" cy="0"/>
        </a:xfrm>
      </p:grpSpPr>
      <p:sp>
        <p:nvSpPr>
          <p:cNvPr id="127" name="Google Shape;127;p30">
            <a:extLst>
              <a:ext uri="{FF2B5EF4-FFF2-40B4-BE49-F238E27FC236}">
                <a16:creationId xmlns:a16="http://schemas.microsoft.com/office/drawing/2014/main" id="{EE73CC01-04A0-B463-3DDF-B87DDBA2DF8A}"/>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lang="ja-JP" altLang="en-US" sz="2100" b="1">
                <a:solidFill>
                  <a:srgbClr val="FCFDF2"/>
                </a:solidFill>
                <a:latin typeface="Montserrat ExtraBold"/>
                <a:ea typeface="Montserrat ExtraBold"/>
                <a:cs typeface="Montserrat ExtraBold"/>
              </a:rPr>
              <a:t>追加課題</a:t>
            </a:r>
            <a:br>
              <a:rPr lang="en-US" altLang="ja-JP" sz="2100" b="1" dirty="0">
                <a:solidFill>
                  <a:srgbClr val="FCFDF2"/>
                </a:solidFill>
                <a:latin typeface="Montserrat ExtraBold"/>
                <a:ea typeface="Montserrat ExtraBold"/>
                <a:cs typeface="Montserrat ExtraBold"/>
              </a:rPr>
            </a:br>
            <a:r>
              <a:rPr lang="ja-JP" altLang="en-US" sz="2100" b="1">
                <a:solidFill>
                  <a:srgbClr val="FCFDF2"/>
                </a:solidFill>
                <a:latin typeface="Montserrat ExtraBold"/>
                <a:ea typeface="Montserrat ExtraBold"/>
                <a:cs typeface="Montserrat ExtraBold"/>
              </a:rPr>
              <a:t>タイヤモデルの現実的な構築方法の模索</a:t>
            </a:r>
            <a:endParaRPr sz="2100" b="1" dirty="0">
              <a:solidFill>
                <a:srgbClr val="FCFDF2"/>
              </a:solidFill>
              <a:latin typeface="Montserrat ExtraBold"/>
              <a:ea typeface="Montserrat ExtraBold"/>
              <a:cs typeface="Montserrat ExtraBold"/>
            </a:endParaRPr>
          </a:p>
        </p:txBody>
      </p:sp>
      <p:sp>
        <p:nvSpPr>
          <p:cNvPr id="128" name="Google Shape;128;p30">
            <a:extLst>
              <a:ext uri="{FF2B5EF4-FFF2-40B4-BE49-F238E27FC236}">
                <a16:creationId xmlns:a16="http://schemas.microsoft.com/office/drawing/2014/main" id="{320B4038-DA69-9959-31BE-E381D4E62D50}"/>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lang="ja-JP" altLang="en-US" sz="975" b="0">
                <a:solidFill>
                  <a:srgbClr val="C8C7BA"/>
                </a:solidFill>
                <a:latin typeface="ＭＳ Ｐゴシック"/>
                <a:ea typeface="ＭＳ Ｐゴシック"/>
                <a:cs typeface="ＭＳ Ｐゴシック"/>
              </a:rPr>
              <a:t>先に見てきた通り、タイヤモデルの特徴として非線形特性があること、入力次元、出力次元ともに高次元であることから、線形モデルによる解析は現実的ではない。このため、歴史的には様々なタイヤデータモデルが提唱されてきた。</a:t>
            </a:r>
            <a:endParaRPr sz="975" b="0" dirty="0">
              <a:solidFill>
                <a:srgbClr val="C8C7BA"/>
              </a:solidFill>
              <a:latin typeface="ＭＳ Ｐゴシック"/>
              <a:ea typeface="ＭＳ Ｐゴシック"/>
              <a:cs typeface="ＭＳ Ｐゴシック"/>
            </a:endParaRPr>
          </a:p>
        </p:txBody>
      </p:sp>
      <p:sp>
        <p:nvSpPr>
          <p:cNvPr id="130" name="正方形/長方形 129">
            <a:extLst>
              <a:ext uri="{FF2B5EF4-FFF2-40B4-BE49-F238E27FC236}">
                <a16:creationId xmlns:a16="http://schemas.microsoft.com/office/drawing/2014/main" id="{55779848-11BA-5058-8BAA-FB6CA997322D}"/>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09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A78F144E-CDE3-9CF4-C75F-F5D9FF27F1BE}"/>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CD9CB51B-90A4-515E-48CC-327187724D25}"/>
              </a:ext>
            </a:extLst>
          </p:cNvPr>
          <p:cNvSpPr>
            <a:spLocks noGrp="1"/>
          </p:cNvSpPr>
          <p:nvPr/>
        </p:nvSpPr>
        <p:spPr>
          <a:xfrm>
            <a:off x="457200" y="1698171"/>
            <a:ext cx="8229600" cy="2454729"/>
          </a:xfrm>
          <a:prstGeom prst="rect">
            <a:avLst/>
          </a:prstGeom>
          <a:solidFill>
            <a:srgbClr val="232528"/>
          </a:solidFill>
          <a:ln w="9525">
            <a:solidFill>
              <a:srgbClr val="5D6CEC"/>
            </a:solidFill>
            <a:prstDash val="solid"/>
          </a:ln>
        </p:spPr>
        <p:txBody>
          <a:bodyPr lIns="76200" tIns="57150" rIns="76200" bIns="57150" anchor="t"/>
          <a:lstStyle/>
          <a:p>
            <a:r>
              <a:rPr lang="en-US" altLang="ja-JP" sz="1050" b="0" dirty="0">
                <a:solidFill>
                  <a:srgbClr val="FCFDF2"/>
                </a:solidFill>
                <a:latin typeface="ＭＳ Ｐゴシック"/>
                <a:ea typeface="ＭＳ Ｐゴシック"/>
                <a:cs typeface="ＭＳ Ｐゴシック"/>
              </a:rPr>
              <a:t>Magic </a:t>
            </a:r>
            <a:r>
              <a:rPr lang="en-US" altLang="ja-JP" sz="1050" b="0" dirty="0" err="1">
                <a:solidFill>
                  <a:srgbClr val="FCFDF2"/>
                </a:solidFill>
                <a:latin typeface="ＭＳ Ｐゴシック"/>
                <a:ea typeface="ＭＳ Ｐゴシック"/>
                <a:cs typeface="ＭＳ Ｐゴシック"/>
              </a:rPr>
              <a:t>Fomula</a:t>
            </a:r>
            <a:r>
              <a:rPr lang="ja-JP" altLang="en-US" sz="1050" b="0">
                <a:solidFill>
                  <a:srgbClr val="FCFDF2"/>
                </a:solidFill>
                <a:latin typeface="ＭＳ Ｐゴシック"/>
                <a:ea typeface="ＭＳ Ｐゴシック"/>
                <a:cs typeface="ＭＳ Ｐゴシック"/>
              </a:rPr>
              <a:t>方程式</a:t>
            </a:r>
            <a:br>
              <a:rPr lang="en-US" altLang="ja-JP" sz="1050" b="0" dirty="0">
                <a:solidFill>
                  <a:srgbClr val="FCFDF2"/>
                </a:solidFill>
                <a:latin typeface="ＭＳ Ｐゴシック"/>
                <a:ea typeface="ＭＳ Ｐゴシック"/>
                <a:cs typeface="ＭＳ Ｐゴシック"/>
              </a:rPr>
            </a:br>
            <a:r>
              <a:rPr lang="ja-JP" altLang="en-US" sz="1050">
                <a:solidFill>
                  <a:srgbClr val="FCFDF2"/>
                </a:solidFill>
                <a:latin typeface="ＭＳ Ｐゴシック"/>
                <a:ea typeface="ＭＳ Ｐゴシック"/>
                <a:cs typeface="ＭＳ Ｐゴシック"/>
              </a:rPr>
              <a:t>→非常に強力な既存手法。非線形特性を用い、データを用いて係数を決定することでタイヤモデルを表現する。</a:t>
            </a:r>
            <a:br>
              <a:rPr lang="en-US" altLang="ja-JP" sz="1050" dirty="0">
                <a:solidFill>
                  <a:srgbClr val="FCFDF2"/>
                </a:solidFill>
                <a:latin typeface="ＭＳ Ｐゴシック"/>
                <a:ea typeface="ＭＳ Ｐゴシック"/>
                <a:cs typeface="ＭＳ Ｐゴシック"/>
              </a:rPr>
            </a:br>
            <a:r>
              <a:rPr lang="ja-JP" altLang="en-US" sz="1050">
                <a:solidFill>
                  <a:srgbClr val="FCFDF2"/>
                </a:solidFill>
                <a:latin typeface="ＭＳ Ｐゴシック"/>
                <a:ea typeface="ＭＳ Ｐゴシック"/>
                <a:cs typeface="ＭＳ Ｐゴシック"/>
              </a:rPr>
              <a:t>　最小二乗誤差を最小化するようにフィッティングする手法がよく使われるが、数十万データの処理では時間がかかる上、入力できるデータが</a:t>
            </a:r>
            <a:endParaRPr lang="en-US" altLang="ja-JP" sz="1050" dirty="0">
              <a:solidFill>
                <a:srgbClr val="FCFDF2"/>
              </a:solidFill>
              <a:latin typeface="ＭＳ Ｐゴシック"/>
              <a:ea typeface="ＭＳ Ｐゴシック"/>
              <a:cs typeface="ＭＳ Ｐゴシック"/>
            </a:endParaRPr>
          </a:p>
          <a:p>
            <a:r>
              <a:rPr lang="ja-JP" altLang="en-US" sz="1050">
                <a:solidFill>
                  <a:srgbClr val="FCFDF2"/>
                </a:solidFill>
                <a:latin typeface="ＭＳ Ｐゴシック"/>
                <a:ea typeface="ＭＳ Ｐゴシック"/>
                <a:cs typeface="ＭＳ Ｐゴシック"/>
              </a:rPr>
              <a:t>　</a:t>
            </a:r>
            <a:r>
              <a:rPr lang="en-US" altLang="ja-JP" sz="1050" dirty="0">
                <a:solidFill>
                  <a:srgbClr val="FCFDF2"/>
                </a:solidFill>
                <a:latin typeface="ＭＳ Ｐゴシック"/>
                <a:ea typeface="ＭＳ Ｐゴシック"/>
                <a:cs typeface="ＭＳ Ｐゴシック"/>
              </a:rPr>
              <a:t>SA,SR</a:t>
            </a:r>
            <a:r>
              <a:rPr lang="ja-JP" altLang="en-US" sz="1050">
                <a:solidFill>
                  <a:srgbClr val="FCFDF2"/>
                </a:solidFill>
                <a:latin typeface="ＭＳ Ｐゴシック"/>
                <a:ea typeface="ＭＳ Ｐゴシック"/>
                <a:cs typeface="ＭＳ Ｐゴシック"/>
              </a:rPr>
              <a:t> </a:t>
            </a:r>
            <a:r>
              <a:rPr lang="en-US" altLang="ja-JP" sz="1050" dirty="0">
                <a:solidFill>
                  <a:srgbClr val="FCFDF2"/>
                </a:solidFill>
                <a:latin typeface="ＭＳ Ｐゴシック"/>
                <a:ea typeface="ＭＳ Ｐゴシック"/>
                <a:cs typeface="ＭＳ Ｐゴシック"/>
              </a:rPr>
              <a:t>FZ</a:t>
            </a:r>
            <a:r>
              <a:rPr lang="ja-JP" altLang="en-US" sz="1050">
                <a:solidFill>
                  <a:srgbClr val="FCFDF2"/>
                </a:solidFill>
                <a:latin typeface="ＭＳ Ｐゴシック"/>
                <a:ea typeface="ＭＳ Ｐゴシック"/>
                <a:cs typeface="ＭＳ Ｐゴシック"/>
              </a:rPr>
              <a:t>などのデータに限り、セルフアライニングトルク</a:t>
            </a:r>
            <a:r>
              <a:rPr lang="en-US" altLang="ja-JP" sz="1050" dirty="0" err="1">
                <a:solidFill>
                  <a:srgbClr val="FCFDF2"/>
                </a:solidFill>
                <a:latin typeface="ＭＳ Ｐゴシック"/>
                <a:ea typeface="ＭＳ Ｐゴシック"/>
                <a:cs typeface="ＭＳ Ｐゴシック"/>
              </a:rPr>
              <a:t>Mz</a:t>
            </a:r>
            <a:r>
              <a:rPr lang="ja-JP" altLang="en-US" sz="1050">
                <a:solidFill>
                  <a:srgbClr val="FCFDF2"/>
                </a:solidFill>
                <a:latin typeface="ＭＳ Ｐゴシック"/>
                <a:ea typeface="ＭＳ Ｐゴシック"/>
                <a:cs typeface="ＭＳ Ｐゴシック"/>
              </a:rPr>
              <a:t>が出力できない弱点がある。</a:t>
            </a:r>
            <a:endParaRPr lang="en-US" altLang="ja-JP" sz="1050" dirty="0">
              <a:solidFill>
                <a:srgbClr val="FCFDF2"/>
              </a:solidFill>
              <a:latin typeface="ＭＳ Ｐゴシック"/>
              <a:ea typeface="ＭＳ Ｐゴシック"/>
              <a:cs typeface="ＭＳ Ｐゴシック"/>
            </a:endParaRPr>
          </a:p>
          <a:p>
            <a:r>
              <a:rPr lang="ja-JP" altLang="en-US" sz="1050">
                <a:solidFill>
                  <a:srgbClr val="FCFDF2"/>
                </a:solidFill>
                <a:latin typeface="ＭＳ Ｐゴシック"/>
                <a:ea typeface="ＭＳ Ｐゴシック"/>
                <a:cs typeface="ＭＳ Ｐゴシック"/>
              </a:rPr>
              <a:t>　また、モデルでは非線形項にアークタンジェントを用いているが、その曲線がタイヤモデルの曲線となる数学的な根拠は存在しない。</a:t>
            </a:r>
            <a:br>
              <a:rPr lang="en-US" altLang="ja-JP" sz="1050" dirty="0">
                <a:solidFill>
                  <a:srgbClr val="FCFDF2"/>
                </a:solidFill>
                <a:latin typeface="ＭＳ Ｐゴシック"/>
                <a:ea typeface="ＭＳ Ｐゴシック"/>
                <a:cs typeface="ＭＳ Ｐゴシック"/>
              </a:rPr>
            </a:b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lang="en-US" altLang="ja-JP" sz="1050" dirty="0">
                <a:solidFill>
                  <a:srgbClr val="FCFDF2"/>
                </a:solidFill>
                <a:latin typeface="ＭＳ Ｐゴシック"/>
                <a:ea typeface="ＭＳ Ｐゴシック"/>
                <a:cs typeface="ＭＳ Ｐゴシック"/>
              </a:rPr>
              <a:t>NN</a:t>
            </a:r>
          </a:p>
          <a:p>
            <a:pPr algn="l">
              <a:defRPr sz="1050" b="0">
                <a:solidFill>
                  <a:srgbClr val="FCFDF2"/>
                </a:solidFill>
                <a:latin typeface="ＭＳ Ｐゴシック"/>
                <a:ea typeface="ＭＳ Ｐゴシック"/>
                <a:cs typeface="ＭＳ Ｐゴシック"/>
              </a:defRPr>
            </a:pPr>
            <a:r>
              <a:rPr lang="en-US" sz="1050" b="0" dirty="0">
                <a:solidFill>
                  <a:srgbClr val="FCFDF2"/>
                </a:solidFill>
                <a:latin typeface="ＭＳ Ｐゴシック"/>
                <a:ea typeface="ＭＳ Ｐゴシック"/>
                <a:cs typeface="ＭＳ Ｐゴシック"/>
              </a:rPr>
              <a:t>→</a:t>
            </a:r>
            <a:r>
              <a:rPr lang="en-US" sz="1050" b="0" dirty="0" err="1">
                <a:solidFill>
                  <a:srgbClr val="FCFDF2"/>
                </a:solidFill>
                <a:latin typeface="ＭＳ Ｐゴシック"/>
                <a:ea typeface="ＭＳ Ｐゴシック"/>
                <a:cs typeface="ＭＳ Ｐゴシック"/>
              </a:rPr>
              <a:t>ニューラルネットワークを用いてブラックボックス化させて入力と出力の組み合わせを学習し、</a:t>
            </a:r>
            <a:r>
              <a:rPr lang="en-US" sz="1050" dirty="0" err="1">
                <a:solidFill>
                  <a:srgbClr val="FCFDF2"/>
                </a:solidFill>
                <a:latin typeface="ＭＳ Ｐゴシック"/>
                <a:ea typeface="ＭＳ Ｐゴシック"/>
                <a:cs typeface="ＭＳ Ｐゴシック"/>
              </a:rPr>
              <a:t>回帰マップを作成する</a:t>
            </a:r>
            <a:r>
              <a:rPr lang="en-US" sz="1050" dirty="0">
                <a:solidFill>
                  <a:srgbClr val="FCFDF2"/>
                </a:solidFill>
                <a:latin typeface="ＭＳ Ｐゴシック"/>
                <a:ea typeface="ＭＳ Ｐゴシック"/>
                <a:cs typeface="ＭＳ Ｐゴシック"/>
              </a:rPr>
              <a:t>。</a:t>
            </a:r>
          </a:p>
          <a:p>
            <a:pPr algn="l">
              <a:defRPr sz="1050" b="0">
                <a:solidFill>
                  <a:srgbClr val="FCFDF2"/>
                </a:solidFill>
                <a:latin typeface="ＭＳ Ｐゴシック"/>
                <a:ea typeface="ＭＳ Ｐゴシック"/>
                <a:cs typeface="ＭＳ Ｐゴシック"/>
              </a:defRPr>
            </a:pPr>
            <a:r>
              <a:rPr lang="ja-JP" altLang="en-US" sz="1050">
                <a:solidFill>
                  <a:srgbClr val="FCFDF2"/>
                </a:solidFill>
                <a:latin typeface="ＭＳ Ｐゴシック"/>
                <a:ea typeface="ＭＳ Ｐゴシック"/>
                <a:cs typeface="ＭＳ Ｐゴシック"/>
              </a:rPr>
              <a:t>　この場合、物理的な解釈とデータのずれが発生する可能性がある（</a:t>
            </a:r>
            <a:r>
              <a:rPr lang="en-US" altLang="ja-JP" sz="1050" dirty="0">
                <a:solidFill>
                  <a:srgbClr val="FCFDF2"/>
                </a:solidFill>
                <a:latin typeface="ＭＳ Ｐゴシック"/>
                <a:ea typeface="ＭＳ Ｐゴシック"/>
                <a:cs typeface="ＭＳ Ｐゴシック"/>
              </a:rPr>
              <a:t>SA,SR</a:t>
            </a:r>
            <a:r>
              <a:rPr lang="ja-JP" altLang="en-US" sz="1050">
                <a:solidFill>
                  <a:srgbClr val="FCFDF2"/>
                </a:solidFill>
                <a:latin typeface="ＭＳ Ｐゴシック"/>
                <a:ea typeface="ＭＳ Ｐゴシック"/>
                <a:cs typeface="ＭＳ Ｐゴシック"/>
              </a:rPr>
              <a:t>＝０の場合（タイヤが変形も操舵もされていない状況）、タイヤ力学的に考えれば明らかに横力＝</a:t>
            </a:r>
            <a:r>
              <a:rPr lang="en-US" altLang="ja-JP" sz="1050" dirty="0">
                <a:solidFill>
                  <a:srgbClr val="FCFDF2"/>
                </a:solidFill>
                <a:latin typeface="ＭＳ Ｐゴシック"/>
                <a:ea typeface="ＭＳ Ｐゴシック"/>
                <a:cs typeface="ＭＳ Ｐゴシック"/>
              </a:rPr>
              <a:t>0N</a:t>
            </a:r>
            <a:r>
              <a:rPr lang="ja-JP" altLang="en-US" sz="1050">
                <a:solidFill>
                  <a:srgbClr val="FCFDF2"/>
                </a:solidFill>
                <a:latin typeface="ＭＳ Ｐゴシック"/>
                <a:ea typeface="ＭＳ Ｐゴシック"/>
                <a:cs typeface="ＭＳ Ｐゴシック"/>
              </a:rPr>
              <a:t>でないといけないが、データのバラツキによって</a:t>
            </a:r>
            <a:r>
              <a:rPr lang="en-US" altLang="ja-JP" sz="1050" dirty="0" err="1">
                <a:solidFill>
                  <a:srgbClr val="FCFDF2"/>
                </a:solidFill>
                <a:latin typeface="ＭＳ Ｐゴシック"/>
                <a:ea typeface="ＭＳ Ｐゴシック"/>
                <a:cs typeface="ＭＳ Ｐゴシック"/>
              </a:rPr>
              <a:t>Fx</a:t>
            </a:r>
            <a:r>
              <a:rPr lang="en-US" altLang="ja-JP" sz="1050" dirty="0">
                <a:solidFill>
                  <a:srgbClr val="FCFDF2"/>
                </a:solidFill>
                <a:latin typeface="ＭＳ Ｐゴシック"/>
                <a:ea typeface="ＭＳ Ｐゴシック"/>
                <a:cs typeface="ＭＳ Ｐゴシック"/>
              </a:rPr>
              <a:t>=400N</a:t>
            </a:r>
            <a:r>
              <a:rPr lang="ja-JP" altLang="en-US" sz="1050">
                <a:solidFill>
                  <a:srgbClr val="FCFDF2"/>
                </a:solidFill>
                <a:latin typeface="ＭＳ Ｐゴシック"/>
                <a:ea typeface="ＭＳ Ｐゴシック"/>
                <a:cs typeface="ＭＳ Ｐゴシック"/>
              </a:rPr>
              <a:t>が出力されてしまった。このままでは正しいタイヤモデルとは言えず、使用にも問題がある。）</a:t>
            </a:r>
            <a:endParaRPr lang="en-US" altLang="ja-JP" sz="105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endParaRPr lang="en-US" altLang="ja-JP" sz="105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lang="en-US" altLang="ja-JP" sz="1050" dirty="0">
                <a:solidFill>
                  <a:srgbClr val="FCFDF2"/>
                </a:solidFill>
                <a:latin typeface="ＭＳ Ｐゴシック"/>
                <a:ea typeface="ＭＳ Ｐゴシック"/>
                <a:cs typeface="ＭＳ Ｐゴシック"/>
              </a:rPr>
              <a:t>PINN</a:t>
            </a:r>
          </a:p>
          <a:p>
            <a:pPr algn="l">
              <a:defRPr sz="1050" b="0">
                <a:solidFill>
                  <a:srgbClr val="FCFDF2"/>
                </a:solidFill>
                <a:latin typeface="ＭＳ Ｐゴシック"/>
                <a:ea typeface="ＭＳ Ｐゴシック"/>
                <a:cs typeface="ＭＳ Ｐゴシック"/>
              </a:defRPr>
            </a:pPr>
            <a:r>
              <a:rPr lang="en-US" sz="1050" dirty="0">
                <a:solidFill>
                  <a:srgbClr val="FCFDF2"/>
                </a:solidFill>
                <a:latin typeface="ＭＳ Ｐゴシック"/>
                <a:ea typeface="ＭＳ Ｐゴシック"/>
                <a:cs typeface="ＭＳ Ｐゴシック"/>
              </a:rPr>
              <a:t>→</a:t>
            </a:r>
            <a:r>
              <a:rPr lang="en-US" sz="1050" dirty="0" err="1">
                <a:solidFill>
                  <a:srgbClr val="FCFDF2"/>
                </a:solidFill>
                <a:latin typeface="ＭＳ Ｐゴシック"/>
                <a:ea typeface="ＭＳ Ｐゴシック"/>
                <a:cs typeface="ＭＳ Ｐゴシック"/>
              </a:rPr>
              <a:t>PINNではニューラルネットワークに物理的制約を追加し、学習、推論を行うことができる</a:t>
            </a:r>
            <a:r>
              <a:rPr lang="en-US" sz="1050" dirty="0">
                <a:solidFill>
                  <a:srgbClr val="FCFDF2"/>
                </a:solidFill>
                <a:latin typeface="ＭＳ Ｐゴシック"/>
                <a:ea typeface="ＭＳ Ｐゴシック"/>
                <a:cs typeface="ＭＳ Ｐゴシック"/>
              </a:rPr>
              <a:t>。</a:t>
            </a:r>
            <a:r>
              <a:rPr lang="ja-JP" altLang="en-US" sz="1050">
                <a:solidFill>
                  <a:srgbClr val="FCFDF2"/>
                </a:solidFill>
                <a:latin typeface="ＭＳ Ｐゴシック"/>
                <a:ea typeface="ＭＳ Ｐゴシック"/>
                <a:cs typeface="ＭＳ Ｐゴシック"/>
              </a:rPr>
              <a:t>　</a:t>
            </a:r>
            <a:br>
              <a:rPr lang="en-US" altLang="ja-JP" sz="1050" dirty="0">
                <a:solidFill>
                  <a:srgbClr val="FCFDF2"/>
                </a:solidFill>
                <a:latin typeface="ＭＳ Ｐゴシック"/>
                <a:ea typeface="ＭＳ Ｐゴシック"/>
                <a:cs typeface="ＭＳ Ｐゴシック"/>
              </a:rPr>
            </a:br>
            <a:r>
              <a:rPr lang="ja-JP" altLang="en-US" sz="1050">
                <a:solidFill>
                  <a:srgbClr val="FCFDF2"/>
                </a:solidFill>
                <a:latin typeface="ＭＳ Ｐゴシック"/>
                <a:ea typeface="ＭＳ Ｐゴシック"/>
                <a:cs typeface="ＭＳ Ｐゴシック"/>
              </a:rPr>
              <a:t>　このことによりニューラルネットワークによる柔軟性を確保しつつ、ドリフトを制限することができる。</a:t>
            </a:r>
            <a:endParaRPr lang="en-US" sz="1050" dirty="0">
              <a:solidFill>
                <a:srgbClr val="FCFDF2"/>
              </a:solidFill>
              <a:latin typeface="ＭＳ Ｐゴシック"/>
              <a:ea typeface="ＭＳ Ｐゴシック"/>
              <a:cs typeface="ＭＳ Ｐゴシック"/>
            </a:endParaRPr>
          </a:p>
        </p:txBody>
      </p:sp>
      <p:sp>
        <p:nvSpPr>
          <p:cNvPr id="3" name="テキスト ボックス 2">
            <a:extLst>
              <a:ext uri="{FF2B5EF4-FFF2-40B4-BE49-F238E27FC236}">
                <a16:creationId xmlns:a16="http://schemas.microsoft.com/office/drawing/2014/main" id="{19B9125F-8B98-5476-8B25-583B41099EC4}"/>
              </a:ext>
            </a:extLst>
          </p:cNvPr>
          <p:cNvSpPr txBox="1"/>
          <p:nvPr/>
        </p:nvSpPr>
        <p:spPr>
          <a:xfrm>
            <a:off x="167367" y="4384613"/>
            <a:ext cx="8809265" cy="369332"/>
          </a:xfrm>
          <a:prstGeom prst="rect">
            <a:avLst/>
          </a:prstGeom>
          <a:noFill/>
        </p:spPr>
        <p:txBody>
          <a:bodyPr wrap="square">
            <a:spAutoFit/>
          </a:bodyPr>
          <a:lstStyle/>
          <a:p>
            <a:r>
              <a:rPr lang="en-US" altLang="ja-JP" sz="1800" dirty="0">
                <a:solidFill>
                  <a:srgbClr val="FCFDF2"/>
                </a:solidFill>
                <a:latin typeface="ＭＳ Ｐゴシック"/>
                <a:ea typeface="ＭＳ Ｐゴシック"/>
                <a:cs typeface="ＭＳ Ｐゴシック"/>
              </a:rPr>
              <a:t>→</a:t>
            </a:r>
            <a:r>
              <a:rPr lang="ja-JP" altLang="en-US">
                <a:solidFill>
                  <a:srgbClr val="FCFDF2"/>
                </a:solidFill>
                <a:latin typeface="ＭＳ Ｐゴシック"/>
                <a:ea typeface="ＭＳ Ｐゴシック"/>
                <a:cs typeface="ＭＳ Ｐゴシック"/>
              </a:rPr>
              <a:t>以下では</a:t>
            </a:r>
            <a:r>
              <a:rPr lang="en-US" altLang="ja-JP" dirty="0">
                <a:solidFill>
                  <a:srgbClr val="FCFDF2"/>
                </a:solidFill>
                <a:latin typeface="ＭＳ Ｐゴシック"/>
                <a:ea typeface="ＭＳ Ｐゴシック"/>
                <a:cs typeface="ＭＳ Ｐゴシック"/>
              </a:rPr>
              <a:t>PINN</a:t>
            </a:r>
            <a:r>
              <a:rPr lang="ja-JP" altLang="en-US">
                <a:solidFill>
                  <a:srgbClr val="FCFDF2"/>
                </a:solidFill>
                <a:latin typeface="ＭＳ Ｐゴシック"/>
                <a:ea typeface="ＭＳ Ｐゴシック"/>
                <a:cs typeface="ＭＳ Ｐゴシック"/>
              </a:rPr>
              <a:t>を持ちいたデータ解析を行った結果を示す。</a:t>
            </a:r>
            <a:endParaRPr lang="ja-JP" altLang="en-US"/>
          </a:p>
        </p:txBody>
      </p:sp>
      <p:sp>
        <p:nvSpPr>
          <p:cNvPr id="5" name="テキスト プレースホルダー 4">
            <a:extLst>
              <a:ext uri="{FF2B5EF4-FFF2-40B4-BE49-F238E27FC236}">
                <a16:creationId xmlns:a16="http://schemas.microsoft.com/office/drawing/2014/main" id="{D5BE5D21-BDAB-736E-E043-A01CEF4A4ABE}"/>
              </a:ext>
            </a:extLst>
          </p:cNvPr>
          <p:cNvSpPr>
            <a:spLocks noGrp="1"/>
          </p:cNvSpPr>
          <p:nvPr>
            <p:ph type="body" idx="2"/>
          </p:nvPr>
        </p:nvSpPr>
        <p:spPr/>
        <p:txBody>
          <a:bodyPr/>
          <a:lstStyle/>
          <a:p>
            <a:endParaRPr lang="ja-JP" altLang="en-US"/>
          </a:p>
        </p:txBody>
      </p:sp>
    </p:spTree>
    <p:extLst>
      <p:ext uri="{BB962C8B-B14F-4D97-AF65-F5344CB8AC3E}">
        <p14:creationId xmlns:p14="http://schemas.microsoft.com/office/powerpoint/2010/main" val="4218436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1A1C"/>
        </a:solidFill>
        <a:effectLst/>
      </p:bgPr>
    </p:bg>
    <p:spTree>
      <p:nvGrpSpPr>
        <p:cNvPr id="1" name=""/>
        <p:cNvGrpSpPr/>
        <p:nvPr/>
      </p:nvGrpSpPr>
      <p:grpSpPr>
        <a:xfrm>
          <a:off x="0" y="0"/>
          <a:ext cx="0" cy="0"/>
          <a:chOff x="0" y="0"/>
          <a:chExt cx="0" cy="0"/>
        </a:xfrm>
      </p:grpSpPr>
      <p:sp>
        <p:nvSpPr>
          <p:cNvPr id="127" name="Google Shape;127;p30">
            <a:extLst>
              <a:ext uri="{FF2B5EF4-FFF2-40B4-BE49-F238E27FC236}">
                <a16:creationId xmlns:a16="http://schemas.microsoft.com/office/drawing/2014/main" id="{4EEE43A3-D2A6-46E6-B83C-4FA044ADD450}"/>
              </a:ext>
            </a:extLst>
          </p:cNvPr>
          <p:cNvSpPr>
            <a:spLocks noGrp="1"/>
          </p:cNvSpPr>
          <p:nvPr>
            <p:ph type="ctrTitle"/>
          </p:nvPr>
        </p:nvSpPr>
        <p:spPr>
          <a:xfrm>
            <a:off x="457200" y="323850"/>
            <a:ext cx="7048500" cy="609600"/>
          </a:xfrm>
          <a:prstGeom prst="rect">
            <a:avLst/>
          </a:prstGeom>
          <a:noFill/>
          <a:ln w="0">
            <a:noFill/>
            <a:prstDash val="solid"/>
          </a:ln>
        </p:spPr>
        <p:txBody>
          <a:bodyPr spcFirstLastPara="1" wrap="square" lIns="38100" tIns="19050" rIns="38100" bIns="19050" anchor="b">
            <a:noAutofit/>
          </a:bodyPr>
          <a:lstStyle/>
          <a:p>
            <a:pPr marL="0" indent="0" algn="l">
              <a:spcBef>
                <a:spcPts val="0"/>
              </a:spcBef>
              <a:spcAft>
                <a:spcPts val="0"/>
              </a:spcAft>
              <a:buNone/>
            </a:pPr>
            <a:r>
              <a:rPr sz="2100" b="1">
                <a:solidFill>
                  <a:srgbClr val="FCFDF2"/>
                </a:solidFill>
                <a:latin typeface="Montserrat ExtraBold"/>
                <a:ea typeface="Montserrat ExtraBold"/>
                <a:cs typeface="Montserrat ExtraBold"/>
              </a:rPr>
              <a:t>PINN で物理制約つき非線形モデルへ拡張する</a:t>
            </a:r>
          </a:p>
        </p:txBody>
      </p:sp>
      <p:sp>
        <p:nvSpPr>
          <p:cNvPr id="128" name="Google Shape;128;p30">
            <a:extLst>
              <a:ext uri="{FF2B5EF4-FFF2-40B4-BE49-F238E27FC236}">
                <a16:creationId xmlns:a16="http://schemas.microsoft.com/office/drawing/2014/main" id="{AAF1142A-E338-4756-A0B7-3801DC9ACB7A}"/>
              </a:ext>
            </a:extLst>
          </p:cNvPr>
          <p:cNvSpPr>
            <a:spLocks noGrp="1"/>
          </p:cNvSpPr>
          <p:nvPr>
            <p:ph type="subTitle" idx="1"/>
          </p:nvPr>
        </p:nvSpPr>
        <p:spPr>
          <a:xfrm>
            <a:off x="457200" y="990600"/>
            <a:ext cx="7239000" cy="533400"/>
          </a:xfrm>
          <a:prstGeom prst="rect">
            <a:avLst/>
          </a:prstGeom>
          <a:noFill/>
          <a:ln w="0">
            <a:noFill/>
            <a:prstDash val="solid"/>
          </a:ln>
        </p:spPr>
        <p:txBody>
          <a:bodyPr spcFirstLastPara="1" wrap="square" lIns="38100" tIns="19050" rIns="38100" bIns="19050" anchor="t">
            <a:noAutofit/>
          </a:bodyPr>
          <a:lstStyle/>
          <a:p>
            <a:pPr marL="0" indent="0" algn="l">
              <a:spcBef>
                <a:spcPts val="0"/>
              </a:spcBef>
              <a:spcAft>
                <a:spcPts val="0"/>
              </a:spcAft>
              <a:buNone/>
            </a:pPr>
            <a:r>
              <a:rPr sz="975" b="0">
                <a:solidFill>
                  <a:srgbClr val="C8C7BA"/>
                </a:solidFill>
                <a:latin typeface="ＭＳ Ｐゴシック"/>
                <a:ea typeface="ＭＳ Ｐゴシック"/>
                <a:cs typeface="ＭＳ Ｐゴシック"/>
              </a:rPr>
              <a:t>今回の重回帰は、変数選択と解釈可能な基準線を与える。その上で PINN が飽和・荷重依存・複合スリップの非線形性を受け持つ。</a:t>
            </a:r>
          </a:p>
        </p:txBody>
      </p:sp>
      <p:sp>
        <p:nvSpPr>
          <p:cNvPr id="129" name="Google Shape;129;p30">
            <a:extLst>
              <a:ext uri="{FF2B5EF4-FFF2-40B4-BE49-F238E27FC236}">
                <a16:creationId xmlns:a16="http://schemas.microsoft.com/office/drawing/2014/main" id="{1B66DDC6-4199-423E-807F-2712DF6AA0BB}"/>
              </a:ext>
            </a:extLst>
          </p:cNvPr>
          <p:cNvSpPr>
            <a:spLocks noGrp="1"/>
          </p:cNvSpPr>
          <p:nvPr>
            <p:ph type="body" idx="2"/>
          </p:nvPr>
        </p:nvSpPr>
        <p:spPr>
          <a:xfrm>
            <a:off x="457200" y="5010842"/>
            <a:ext cx="7429500" cy="171450"/>
          </a:xfrm>
          <a:prstGeom prst="rect">
            <a:avLst/>
          </a:prstGeom>
          <a:noFill/>
          <a:ln w="0">
            <a:noFill/>
            <a:prstDash val="solid"/>
          </a:ln>
        </p:spPr>
        <p:txBody>
          <a:bodyPr spcFirstLastPara="1" wrap="square" lIns="38100" tIns="19050" rIns="38100" bIns="19050" anchor="ctr">
            <a:noAutofit/>
          </a:bodyPr>
          <a:lstStyle/>
          <a:p>
            <a:pPr marL="0" indent="0" algn="l">
              <a:spcBef>
                <a:spcPts val="0"/>
              </a:spcBef>
              <a:spcAft>
                <a:spcPts val="1600"/>
              </a:spcAft>
              <a:buNone/>
            </a:pPr>
            <a:r>
              <a:rPr sz="600" b="0" dirty="0" err="1">
                <a:solidFill>
                  <a:srgbClr val="C8C7BA"/>
                </a:solidFill>
                <a:latin typeface="Work Sans"/>
                <a:ea typeface="Work Sans"/>
                <a:cs typeface="Work Sans"/>
              </a:rPr>
              <a:t>図</a:t>
            </a:r>
            <a:r>
              <a:rPr sz="600" b="0" dirty="0">
                <a:solidFill>
                  <a:srgbClr val="C8C7BA"/>
                </a:solidFill>
                <a:latin typeface="Work Sans"/>
                <a:ea typeface="Work Sans"/>
                <a:cs typeface="Work Sans"/>
              </a:rPr>
              <a:t>: Hoosier_18p0X6p0-10_LCO_C2000_Rim7 </a:t>
            </a:r>
            <a:r>
              <a:rPr sz="600" b="0" dirty="0" err="1">
                <a:solidFill>
                  <a:srgbClr val="C8C7BA"/>
                </a:solidFill>
                <a:latin typeface="Work Sans"/>
                <a:ea typeface="Work Sans"/>
                <a:cs typeface="Work Sans"/>
              </a:rPr>
              <a:t>の</a:t>
            </a:r>
            <a:r>
              <a:rPr sz="600" b="0" dirty="0">
                <a:solidFill>
                  <a:srgbClr val="C8C7BA"/>
                </a:solidFill>
                <a:latin typeface="Work Sans"/>
                <a:ea typeface="Work Sans"/>
                <a:cs typeface="Work Sans"/>
              </a:rPr>
              <a:t> decoupled Db/Cr </a:t>
            </a:r>
            <a:r>
              <a:rPr sz="600" b="0" dirty="0" err="1">
                <a:solidFill>
                  <a:srgbClr val="C8C7BA"/>
                </a:solidFill>
                <a:latin typeface="Work Sans"/>
                <a:ea typeface="Work Sans"/>
                <a:cs typeface="Work Sans"/>
              </a:rPr>
              <a:t>quicklook</a:t>
            </a:r>
            <a:endParaRPr sz="600" b="0" dirty="0">
              <a:solidFill>
                <a:srgbClr val="C8C7BA"/>
              </a:solidFill>
              <a:latin typeface="Work Sans"/>
              <a:ea typeface="Work Sans"/>
              <a:cs typeface="Work Sans"/>
            </a:endParaRPr>
          </a:p>
        </p:txBody>
      </p:sp>
      <p:sp>
        <p:nvSpPr>
          <p:cNvPr id="130" name="正方形/長方形 129">
            <a:extLst>
              <a:ext uri="{FF2B5EF4-FFF2-40B4-BE49-F238E27FC236}">
                <a16:creationId xmlns:a16="http://schemas.microsoft.com/office/drawing/2014/main" id="{E1632448-F17E-4633-A8D3-8584DAEAB7FD}"/>
              </a:ext>
            </a:extLst>
          </p:cNvPr>
          <p:cNvSpPr>
            <a:spLocks noGrp="1"/>
          </p:cNvSpPr>
          <p:nvPr/>
        </p:nvSpPr>
        <p:spPr>
          <a:xfrm>
            <a:off x="7600950" y="361950"/>
            <a:ext cx="1143000" cy="228600"/>
          </a:xfrm>
          <a:prstGeom prst="rect">
            <a:avLst/>
          </a:prstGeom>
          <a:noFill/>
          <a:ln w="0">
            <a:noFill/>
            <a:prstDash val="solid"/>
          </a:ln>
        </p:spPr>
        <p:txBody>
          <a:bodyPr lIns="76200" tIns="57150" rIns="76200" bIns="57150" anchor="ctr"/>
          <a:lstStyle/>
          <a:p>
            <a:pPr algn="r">
              <a:defRPr sz="750" b="0">
                <a:solidFill>
                  <a:srgbClr val="C8C7BA"/>
                </a:solidFill>
                <a:latin typeface="Montserrat"/>
                <a:ea typeface="Montserrat"/>
                <a:cs typeface="Montserrat"/>
              </a:defRPr>
            </a:pPr>
            <a:r>
              <a:rPr sz="750" b="0" dirty="0">
                <a:solidFill>
                  <a:srgbClr val="C8C7BA"/>
                </a:solidFill>
                <a:latin typeface="Montserrat"/>
                <a:ea typeface="Montserrat"/>
                <a:cs typeface="Montserrat"/>
              </a:rPr>
              <a:t>10 / 1</a:t>
            </a:r>
            <a:r>
              <a:rPr lang="en-US" sz="750" b="0" dirty="0">
                <a:solidFill>
                  <a:srgbClr val="C8C7BA"/>
                </a:solidFill>
                <a:latin typeface="Montserrat"/>
                <a:ea typeface="Montserrat"/>
                <a:cs typeface="Montserrat"/>
              </a:rPr>
              <a:t>0</a:t>
            </a:r>
            <a:endParaRPr sz="750" b="0" dirty="0">
              <a:solidFill>
                <a:srgbClr val="C8C7BA"/>
              </a:solidFill>
              <a:latin typeface="Montserrat"/>
              <a:ea typeface="Montserrat"/>
              <a:cs typeface="Montserrat"/>
            </a:endParaRPr>
          </a:p>
        </p:txBody>
      </p:sp>
      <p:sp>
        <p:nvSpPr>
          <p:cNvPr id="131" name="正方形/長方形 130">
            <a:extLst>
              <a:ext uri="{FF2B5EF4-FFF2-40B4-BE49-F238E27FC236}">
                <a16:creationId xmlns:a16="http://schemas.microsoft.com/office/drawing/2014/main" id="{6A3EF7B5-ECAC-4882-8EDC-BCBCAF0B5867}"/>
              </a:ext>
            </a:extLst>
          </p:cNvPr>
          <p:cNvSpPr>
            <a:spLocks noGrp="1"/>
          </p:cNvSpPr>
          <p:nvPr/>
        </p:nvSpPr>
        <p:spPr>
          <a:xfrm>
            <a:off x="457200" y="1619250"/>
            <a:ext cx="1333500" cy="38100"/>
          </a:xfrm>
          <a:prstGeom prst="rect">
            <a:avLst/>
          </a:prstGeom>
          <a:solidFill>
            <a:srgbClr val="5AE08E"/>
          </a:solidFill>
          <a:ln w="0">
            <a:noFill/>
            <a:prstDash val="solid"/>
          </a:ln>
        </p:spPr>
        <p:txBody>
          <a:bodyPr/>
          <a:lstStyle/>
          <a:p>
            <a:endParaRPr lang="ja-JP" altLang="en-US"/>
          </a:p>
        </p:txBody>
      </p:sp>
      <p:sp>
        <p:nvSpPr>
          <p:cNvPr id="133" name="正方形/長方形 132">
            <a:extLst>
              <a:ext uri="{FF2B5EF4-FFF2-40B4-BE49-F238E27FC236}">
                <a16:creationId xmlns:a16="http://schemas.microsoft.com/office/drawing/2014/main" id="{F2888C3E-96BF-46F7-9EDE-B0DA27EA878E}"/>
              </a:ext>
            </a:extLst>
          </p:cNvPr>
          <p:cNvSpPr>
            <a:spLocks noGrp="1"/>
          </p:cNvSpPr>
          <p:nvPr/>
        </p:nvSpPr>
        <p:spPr>
          <a:xfrm>
            <a:off x="4704310" y="1847850"/>
            <a:ext cx="4381500" cy="1200150"/>
          </a:xfrm>
          <a:prstGeom prst="rect">
            <a:avLst/>
          </a:prstGeom>
          <a:solidFill>
            <a:srgbClr val="2A2D31"/>
          </a:solidFill>
          <a:ln w="9525">
            <a:solidFill>
              <a:srgbClr val="5D6CEC"/>
            </a:solidFill>
            <a:prstDash val="solid"/>
          </a:ln>
        </p:spPr>
        <p:txBody>
          <a:bodyPr/>
          <a:lstStyle/>
          <a:p>
            <a:endParaRPr lang="ja-JP" altLang="en-US"/>
          </a:p>
        </p:txBody>
      </p:sp>
      <p:sp>
        <p:nvSpPr>
          <p:cNvPr id="134" name="正方形/長方形 133">
            <a:extLst>
              <a:ext uri="{FF2B5EF4-FFF2-40B4-BE49-F238E27FC236}">
                <a16:creationId xmlns:a16="http://schemas.microsoft.com/office/drawing/2014/main" id="{6642B1F7-B51E-47D8-8E3E-09D7E59CDD3E}"/>
              </a:ext>
            </a:extLst>
          </p:cNvPr>
          <p:cNvSpPr>
            <a:spLocks noGrp="1"/>
          </p:cNvSpPr>
          <p:nvPr/>
        </p:nvSpPr>
        <p:spPr>
          <a:xfrm>
            <a:off x="4704310" y="3238500"/>
            <a:ext cx="4381500" cy="1219200"/>
          </a:xfrm>
          <a:prstGeom prst="rect">
            <a:avLst/>
          </a:prstGeom>
          <a:solidFill>
            <a:srgbClr val="232528"/>
          </a:solidFill>
          <a:ln w="9525">
            <a:solidFill>
              <a:srgbClr val="5D6CEC"/>
            </a:solidFill>
            <a:prstDash val="solid"/>
          </a:ln>
        </p:spPr>
        <p:txBody>
          <a:bodyPr/>
          <a:lstStyle/>
          <a:p>
            <a:endParaRPr lang="ja-JP" altLang="en-US"/>
          </a:p>
        </p:txBody>
      </p:sp>
      <p:sp>
        <p:nvSpPr>
          <p:cNvPr id="135" name="正方形/長方形 134">
            <a:extLst>
              <a:ext uri="{FF2B5EF4-FFF2-40B4-BE49-F238E27FC236}">
                <a16:creationId xmlns:a16="http://schemas.microsoft.com/office/drawing/2014/main" id="{92F81BAA-C14B-4ED6-8CF4-1DF78AB4036A}"/>
              </a:ext>
            </a:extLst>
          </p:cNvPr>
          <p:cNvSpPr>
            <a:spLocks noGrp="1"/>
          </p:cNvSpPr>
          <p:nvPr/>
        </p:nvSpPr>
        <p:spPr>
          <a:xfrm>
            <a:off x="4856710" y="1981200"/>
            <a:ext cx="4076700" cy="933450"/>
          </a:xfrm>
          <a:prstGeom prst="rect">
            <a:avLst/>
          </a:prstGeom>
          <a:solidFill>
            <a:srgbClr val="2A2D31"/>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 PINN </a:t>
            </a:r>
            <a:r>
              <a:rPr sz="1050" b="0" dirty="0" err="1">
                <a:solidFill>
                  <a:srgbClr val="FCFDF2"/>
                </a:solidFill>
                <a:latin typeface="ＭＳ Ｐゴシック"/>
                <a:ea typeface="ＭＳ Ｐゴシック"/>
                <a:cs typeface="ＭＳ Ｐゴシック"/>
              </a:rPr>
              <a:t>検証図から読めること</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Fx</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断面</a:t>
            </a:r>
            <a:r>
              <a:rPr sz="1050" b="0" dirty="0">
                <a:solidFill>
                  <a:srgbClr val="FCFDF2"/>
                </a:solidFill>
                <a:latin typeface="ＭＳ Ｐゴシック"/>
                <a:ea typeface="ＭＳ Ｐゴシック"/>
                <a:cs typeface="ＭＳ Ｐゴシック"/>
              </a:rPr>
              <a:t>: R^2 = 0.9921, RMSE = 97.6 N</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・Fy </a:t>
            </a:r>
            <a:r>
              <a:rPr sz="1050" b="0" dirty="0" err="1">
                <a:solidFill>
                  <a:srgbClr val="FCFDF2"/>
                </a:solidFill>
                <a:latin typeface="ＭＳ Ｐゴシック"/>
                <a:ea typeface="ＭＳ Ｐゴシック"/>
                <a:cs typeface="ＭＳ Ｐゴシック"/>
              </a:rPr>
              <a:t>断面</a:t>
            </a:r>
            <a:r>
              <a:rPr sz="1050" b="0" dirty="0">
                <a:solidFill>
                  <a:srgbClr val="FCFDF2"/>
                </a:solidFill>
                <a:latin typeface="ＭＳ Ｐゴシック"/>
                <a:ea typeface="ＭＳ Ｐゴシック"/>
                <a:cs typeface="ＭＳ Ｐゴシック"/>
              </a:rPr>
              <a:t>: R^2 = 0.9847, RMSE = 117.1 N</a:t>
            </a: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荷重ごとの断面形状まで滑らかに再現できている</a:t>
            </a:r>
            <a:endParaRPr sz="1050" b="0" dirty="0">
              <a:solidFill>
                <a:srgbClr val="FCFDF2"/>
              </a:solidFill>
              <a:latin typeface="ＭＳ Ｐゴシック"/>
              <a:ea typeface="ＭＳ Ｐゴシック"/>
              <a:cs typeface="ＭＳ Ｐゴシック"/>
            </a:endParaRPr>
          </a:p>
        </p:txBody>
      </p:sp>
      <p:sp>
        <p:nvSpPr>
          <p:cNvPr id="136" name="正方形/長方形 135">
            <a:extLst>
              <a:ext uri="{FF2B5EF4-FFF2-40B4-BE49-F238E27FC236}">
                <a16:creationId xmlns:a16="http://schemas.microsoft.com/office/drawing/2014/main" id="{7EE805C9-D66E-477C-843B-72CE644AF1FE}"/>
              </a:ext>
            </a:extLst>
          </p:cNvPr>
          <p:cNvSpPr>
            <a:spLocks noGrp="1"/>
          </p:cNvSpPr>
          <p:nvPr/>
        </p:nvSpPr>
        <p:spPr>
          <a:xfrm>
            <a:off x="4856709" y="3371850"/>
            <a:ext cx="4156661" cy="952500"/>
          </a:xfrm>
          <a:prstGeom prst="rect">
            <a:avLst/>
          </a:prstGeom>
          <a:solidFill>
            <a:srgbClr val="232528"/>
          </a:solidFill>
          <a:ln w="0">
            <a:noFill/>
            <a:prstDash val="solid"/>
          </a:ln>
        </p:spPr>
        <p:txBody>
          <a:bodyPr lIns="76200" tIns="57150" rIns="76200" bIns="57150" anchor="t"/>
          <a:lstStyle/>
          <a:p>
            <a:pPr algn="l">
              <a:defRPr sz="1050" b="0">
                <a:solidFill>
                  <a:srgbClr val="FCFDF2"/>
                </a:solidFill>
                <a:latin typeface="ＭＳ Ｐゴシック"/>
                <a:ea typeface="ＭＳ Ｐゴシック"/>
                <a:cs typeface="ＭＳ Ｐゴシック"/>
              </a:defRPr>
            </a:pPr>
            <a:r>
              <a:rPr sz="1050" b="0" dirty="0" err="1">
                <a:solidFill>
                  <a:srgbClr val="FCFDF2"/>
                </a:solidFill>
                <a:latin typeface="ＭＳ Ｐゴシック"/>
                <a:ea typeface="ＭＳ Ｐゴシック"/>
                <a:cs typeface="ＭＳ Ｐゴシック"/>
              </a:rPr>
              <a:t>今回との接続</a:t>
            </a:r>
            <a:endParaRPr sz="1050" b="0" dirty="0">
              <a:solidFill>
                <a:srgbClr val="FCFDF2"/>
              </a:solidFill>
              <a:latin typeface="ＭＳ Ｐゴシック"/>
              <a:ea typeface="ＭＳ Ｐゴシック"/>
              <a:cs typeface="ＭＳ Ｐゴシック"/>
            </a:endParaRPr>
          </a:p>
          <a:p>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回帰で効いた</a:t>
            </a:r>
            <a:r>
              <a:rPr sz="1050" b="0" dirty="0">
                <a:solidFill>
                  <a:srgbClr val="FCFDF2"/>
                </a:solidFill>
                <a:latin typeface="ＭＳ Ｐゴシック"/>
                <a:ea typeface="ＭＳ Ｐゴシック"/>
                <a:cs typeface="ＭＳ Ｐゴシック"/>
              </a:rPr>
              <a:t> SR, SA, Fz, IA, TSTC </a:t>
            </a:r>
            <a:r>
              <a:rPr sz="1050" b="0" dirty="0" err="1">
                <a:solidFill>
                  <a:srgbClr val="FCFDF2"/>
                </a:solidFill>
                <a:latin typeface="ＭＳ Ｐゴシック"/>
                <a:ea typeface="ＭＳ Ｐゴシック"/>
                <a:cs typeface="ＭＳ Ｐゴシック"/>
              </a:rPr>
              <a:t>をそのまま入力に使える</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線形回帰で説明しづらい飽和域と荷重依存を</a:t>
            </a:r>
            <a:r>
              <a:rPr sz="1050" b="0" dirty="0">
                <a:solidFill>
                  <a:srgbClr val="FCFDF2"/>
                </a:solidFill>
                <a:latin typeface="ＭＳ Ｐゴシック"/>
                <a:ea typeface="ＭＳ Ｐゴシック"/>
                <a:cs typeface="ＭＳ Ｐゴシック"/>
              </a:rPr>
              <a:t> PINN </a:t>
            </a:r>
            <a:r>
              <a:rPr sz="1050" b="0" dirty="0" err="1">
                <a:solidFill>
                  <a:srgbClr val="FCFDF2"/>
                </a:solidFill>
                <a:latin typeface="ＭＳ Ｐゴシック"/>
                <a:ea typeface="ＭＳ Ｐゴシック"/>
                <a:cs typeface="ＭＳ Ｐゴシック"/>
              </a:rPr>
              <a:t>が補完する</a:t>
            </a:r>
            <a:endParaRPr sz="1050" b="0" dirty="0">
              <a:solidFill>
                <a:srgbClr val="FCFDF2"/>
              </a:solidFill>
              <a:latin typeface="ＭＳ Ｐゴシック"/>
              <a:ea typeface="ＭＳ Ｐゴシック"/>
              <a:cs typeface="ＭＳ Ｐゴシック"/>
            </a:endParaRPr>
          </a:p>
          <a:p>
            <a:pPr algn="l">
              <a:defRPr sz="1050" b="0">
                <a:solidFill>
                  <a:srgbClr val="FCFDF2"/>
                </a:solidFill>
                <a:latin typeface="ＭＳ Ｐゴシック"/>
                <a:ea typeface="ＭＳ Ｐゴシック"/>
                <a:cs typeface="ＭＳ Ｐゴシック"/>
              </a:defRPr>
            </a:pPr>
            <a:r>
              <a:rPr sz="1050" b="0" dirty="0">
                <a:solidFill>
                  <a:srgbClr val="FCFDF2"/>
                </a:solidFill>
                <a:latin typeface="ＭＳ Ｐゴシック"/>
                <a:ea typeface="ＭＳ Ｐゴシック"/>
                <a:cs typeface="ＭＳ Ｐゴシック"/>
              </a:rPr>
              <a:t>・</a:t>
            </a:r>
            <a:r>
              <a:rPr sz="1050" b="0" dirty="0" err="1">
                <a:solidFill>
                  <a:srgbClr val="FCFDF2"/>
                </a:solidFill>
                <a:latin typeface="ＭＳ Ｐゴシック"/>
                <a:ea typeface="ＭＳ Ｐゴシック"/>
                <a:cs typeface="ＭＳ Ｐゴシック"/>
              </a:rPr>
              <a:t>主解析は</a:t>
            </a:r>
            <a:r>
              <a:rPr sz="1050" b="0" dirty="0">
                <a:solidFill>
                  <a:srgbClr val="FCFDF2"/>
                </a:solidFill>
                <a:latin typeface="ＭＳ Ｐゴシック"/>
                <a:ea typeface="ＭＳ Ｐゴシック"/>
                <a:cs typeface="ＭＳ Ｐゴシック"/>
              </a:rPr>
              <a:t> Rim6、ここでは既存実装例として Rim7 </a:t>
            </a:r>
            <a:r>
              <a:rPr sz="1050" b="0" dirty="0" err="1">
                <a:solidFill>
                  <a:srgbClr val="FCFDF2"/>
                </a:solidFill>
                <a:latin typeface="ＭＳ Ｐゴシック"/>
                <a:ea typeface="ＭＳ Ｐゴシック"/>
                <a:cs typeface="ＭＳ Ｐゴシック"/>
              </a:rPr>
              <a:t>の</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quicklook</a:t>
            </a:r>
            <a:r>
              <a:rPr sz="1050" b="0" dirty="0">
                <a:solidFill>
                  <a:srgbClr val="FCFDF2"/>
                </a:solidFill>
                <a:latin typeface="ＭＳ Ｐゴシック"/>
                <a:ea typeface="ＭＳ Ｐゴシック"/>
                <a:cs typeface="ＭＳ Ｐゴシック"/>
              </a:rPr>
              <a:t> </a:t>
            </a:r>
            <a:r>
              <a:rPr sz="1050" b="0" dirty="0" err="1">
                <a:solidFill>
                  <a:srgbClr val="FCFDF2"/>
                </a:solidFill>
                <a:latin typeface="ＭＳ Ｐゴシック"/>
                <a:ea typeface="ＭＳ Ｐゴシック"/>
                <a:cs typeface="ＭＳ Ｐゴシック"/>
              </a:rPr>
              <a:t>を提示</a:t>
            </a:r>
            <a:endParaRPr sz="1050" b="0" dirty="0">
              <a:solidFill>
                <a:srgbClr val="FCFDF2"/>
              </a:solidFill>
              <a:latin typeface="ＭＳ Ｐゴシック"/>
              <a:ea typeface="ＭＳ Ｐゴシック"/>
              <a:cs typeface="ＭＳ Ｐゴシック"/>
            </a:endParaRPr>
          </a:p>
        </p:txBody>
      </p:sp>
      <p:pic>
        <p:nvPicPr>
          <p:cNvPr id="5" name="図 4">
            <a:extLst>
              <a:ext uri="{FF2B5EF4-FFF2-40B4-BE49-F238E27FC236}">
                <a16:creationId xmlns:a16="http://schemas.microsoft.com/office/drawing/2014/main" id="{4AF7C491-E676-2053-5FF7-AD902A070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686271"/>
            <a:ext cx="3162300" cy="3162300"/>
          </a:xfrm>
          <a:prstGeom prst="rect">
            <a:avLst/>
          </a:prstGeom>
        </p:spPr>
      </p:pic>
    </p:spTree>
    <p:extLst>
      <p:ext uri="{BB962C8B-B14F-4D97-AF65-F5344CB8AC3E}">
        <p14:creationId xmlns:p14="http://schemas.microsoft.com/office/powerpoint/2010/main" val="1304457180"/>
      </p:ext>
    </p:extLst>
  </p:cSld>
  <p:clrMapOvr>
    <a:masterClrMapping/>
  </p:clrMapOvr>
</p:sld>
</file>

<file path=ppt/theme/theme1.xml><?xml version="1.0" encoding="utf-8"?>
<a:theme xmlns:a="http://schemas.openxmlformats.org/drawingml/2006/main" name="Simple Dark">
  <a:themeElements>
    <a:clrScheme name="Simple Dark">
      <a:dk1>
        <a:srgbClr val="FCFDF2"/>
      </a:dk1>
      <a:lt1>
        <a:srgbClr val="191A1C"/>
      </a:lt1>
      <a:dk2>
        <a:srgbClr val="393C41"/>
      </a:dk2>
      <a:lt2>
        <a:srgbClr val="EEEDDC"/>
      </a:lt2>
      <a:accent1>
        <a:srgbClr val="5AE08E"/>
      </a:accent1>
      <a:accent2>
        <a:srgbClr val="7ABBFF"/>
      </a:accent2>
      <a:accent3>
        <a:srgbClr val="FC68C5"/>
      </a:accent3>
      <a:accent4>
        <a:srgbClr val="19AF77"/>
      </a:accent4>
      <a:accent5>
        <a:srgbClr val="5D6CEC"/>
      </a:accent5>
      <a:accent6>
        <a:srgbClr val="F82C7B"/>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Dark">
  <a:themeElements>
    <a:clrScheme name="Simple Dark">
      <a:dk1>
        <a:srgbClr val="FCFDF2"/>
      </a:dk1>
      <a:lt1>
        <a:srgbClr val="191A1C"/>
      </a:lt1>
      <a:dk2>
        <a:srgbClr val="393C41"/>
      </a:dk2>
      <a:lt2>
        <a:srgbClr val="EEEDDC"/>
      </a:lt2>
      <a:accent1>
        <a:srgbClr val="5AE08E"/>
      </a:accent1>
      <a:accent2>
        <a:srgbClr val="7ABBFF"/>
      </a:accent2>
      <a:accent3>
        <a:srgbClr val="FC68C5"/>
      </a:accent3>
      <a:accent4>
        <a:srgbClr val="19AF77"/>
      </a:accent4>
      <a:accent5>
        <a:srgbClr val="5D6CEC"/>
      </a:accent5>
      <a:accent6>
        <a:srgbClr val="F82C7B"/>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Dark">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1194</Words>
  <Application>Microsoft Macintosh PowerPoint</Application>
  <DocSecurity>0</DocSecurity>
  <PresentationFormat>画面に合わせる (16:9)</PresentationFormat>
  <Paragraphs>183</Paragraphs>
  <Slides>10</Slides>
  <Notes>10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10</vt:i4>
      </vt:variant>
    </vt:vector>
  </HeadingPairs>
  <TitlesOfParts>
    <vt:vector size="17" baseType="lpstr">
      <vt:lpstr>ＭＳ Ｐゴシック</vt:lpstr>
      <vt:lpstr>Arial</vt:lpstr>
      <vt:lpstr>Montserrat</vt:lpstr>
      <vt:lpstr>Montserrat ExtraBold</vt:lpstr>
      <vt:lpstr>Source Code Pro</vt:lpstr>
      <vt:lpstr>Work Sans</vt:lpstr>
      <vt:lpstr>Simple Dark</vt:lpstr>
      <vt:lpstr>TTCタイヤデータを用いた タイヤ力 の重回帰分析</vt:lpstr>
      <vt:lpstr>タイヤ力は車両性能を支配するため、Fx を多変量で説明できるかを確認する。</vt:lpstr>
      <vt:lpstr>使用データについて</vt:lpstr>
      <vt:lpstr>主解析では純縦力条件に近い DriveBrake データを抽出し、Fx を4変数で説明する。</vt:lpstr>
      <vt:lpstr>単変量外れ値は目立たず、多変量の組み合わせとして外れ値候補が現れた。</vt:lpstr>
      <vt:lpstr>Fx 回帰では共線性は弱く、SR が最も支配的な説明変数になった。</vt:lpstr>
      <vt:lpstr>Fy を比較すると、縦力と横力の両方で荷重・温度・キャンバーが有意に効くことが分かる。</vt:lpstr>
      <vt:lpstr>線形回帰は有効な基準線だが、タイヤの本質的な非線形性は表しきれない。</vt:lpstr>
      <vt:lpstr>追加課題 タイヤモデルの現実的な構築方法の模索</vt:lpstr>
      <vt:lpstr>PINN で物理制約つき非線形モデルへ拡張する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皆川　草太</cp:lastModifiedBy>
  <cp:revision>2</cp:revision>
  <dcterms:created xsi:type="dcterms:W3CDTF">2026-05-30T12:52:44Z</dcterms:created>
  <dcterms:modified xsi:type="dcterms:W3CDTF">2026-06-01T14:14:55Z</dcterms:modified>
</cp:coreProperties>
</file>