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4"/>
  </p:notesMasterIdLst>
  <p:sldIdLst>
    <p:sldId id="285" r:id="rId2"/>
    <p:sldId id="287" r:id="rId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日本語" id="{7E8CFB1E-C4F0-1148-908E-F4801D9547F3}">
          <p14:sldIdLst>
            <p14:sldId id="285"/>
            <p14:sldId id="287"/>
          </p14:sldIdLst>
        </p14:section>
        <p14:section name="タイトルなしのセクション" id="{EB0C38CE-F824-5E4A-B23C-87ECA49620C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95D9"/>
    <a:srgbClr val="FFFFFF"/>
    <a:srgbClr val="C1C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4C9B91-B561-4166-AD25-6483392F9263}" v="17" dt="2026-04-30T06:16:14.07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51" autoAdjust="0"/>
    <p:restoredTop sz="93415" autoAdjust="0"/>
  </p:normalViewPr>
  <p:slideViewPr>
    <p:cSldViewPr snapToGrid="0">
      <p:cViewPr>
        <p:scale>
          <a:sx n="96" d="100"/>
          <a:sy n="96" d="100"/>
        </p:scale>
        <p:origin x="80" y="50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9"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940AB8-B2D8-4875-BFBD-64ED3DE7DD4A}" type="datetimeFigureOut">
              <a:rPr kumimoji="1" lang="ja-JP" altLang="en-US" smtClean="0"/>
              <a:t>2026/5/7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F00B1F-E3FE-4F0F-B1E1-4E5B8CEC7A73}" type="slidenum">
              <a:rPr kumimoji="1" lang="ja-JP" altLang="en-US" smtClean="0"/>
              <a:t>‹#›</a:t>
            </a:fld>
            <a:endParaRPr kumimoji="1" lang="ja-JP" altLang="en-US"/>
          </a:p>
        </p:txBody>
      </p:sp>
    </p:spTree>
    <p:extLst>
      <p:ext uri="{BB962C8B-B14F-4D97-AF65-F5344CB8AC3E}">
        <p14:creationId xmlns:p14="http://schemas.microsoft.com/office/powerpoint/2010/main" val="149420477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F00B1F-E3FE-4F0F-B1E1-4E5B8CEC7A73}" type="slidenum">
              <a:rPr kumimoji="1" lang="ja-JP" altLang="en-US" smtClean="0"/>
              <a:t>1</a:t>
            </a:fld>
            <a:endParaRPr kumimoji="1" lang="ja-JP" altLang="en-US"/>
          </a:p>
        </p:txBody>
      </p:sp>
    </p:spTree>
    <p:extLst>
      <p:ext uri="{BB962C8B-B14F-4D97-AF65-F5344CB8AC3E}">
        <p14:creationId xmlns:p14="http://schemas.microsoft.com/office/powerpoint/2010/main" val="567503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F00B1F-E3FE-4F0F-B1E1-4E5B8CEC7A73}" type="slidenum">
              <a:rPr kumimoji="1" lang="ja-JP" altLang="en-US" smtClean="0"/>
              <a:t>2</a:t>
            </a:fld>
            <a:endParaRPr kumimoji="1" lang="ja-JP" altLang="en-US"/>
          </a:p>
        </p:txBody>
      </p:sp>
    </p:spTree>
    <p:extLst>
      <p:ext uri="{BB962C8B-B14F-4D97-AF65-F5344CB8AC3E}">
        <p14:creationId xmlns:p14="http://schemas.microsoft.com/office/powerpoint/2010/main" val="336138658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12" name="平行四辺形 11">
            <a:extLst>
              <a:ext uri="{FF2B5EF4-FFF2-40B4-BE49-F238E27FC236}">
                <a16:creationId xmlns:a16="http://schemas.microsoft.com/office/drawing/2014/main" id="{880DCD45-62DE-1242-2145-FEFE4D68530C}"/>
              </a:ext>
            </a:extLst>
          </p:cNvPr>
          <p:cNvSpPr/>
          <p:nvPr userDrawn="1"/>
        </p:nvSpPr>
        <p:spPr>
          <a:xfrm>
            <a:off x="-4410" y="-5758"/>
            <a:ext cx="6551514" cy="6863758"/>
          </a:xfrm>
          <a:custGeom>
            <a:avLst/>
            <a:gdLst>
              <a:gd name="csX0" fmla="*/ 0 w 8674100"/>
              <a:gd name="csY0" fmla="*/ 6831912 h 6831912"/>
              <a:gd name="csX1" fmla="*/ 2084826 w 8674100"/>
              <a:gd name="csY1" fmla="*/ 0 h 6831912"/>
              <a:gd name="csX2" fmla="*/ 8674100 w 8674100"/>
              <a:gd name="csY2" fmla="*/ 0 h 6831912"/>
              <a:gd name="csX3" fmla="*/ 6589274 w 8674100"/>
              <a:gd name="csY3" fmla="*/ 6831912 h 6831912"/>
              <a:gd name="csX4" fmla="*/ 0 w 8674100"/>
              <a:gd name="csY4" fmla="*/ 6831912 h 6831912"/>
              <a:gd name="csX0" fmla="*/ 0 w 8674100"/>
              <a:gd name="csY0" fmla="*/ 6831912 h 6831912"/>
              <a:gd name="csX1" fmla="*/ 54858 w 8674100"/>
              <a:gd name="csY1" fmla="*/ 36576 h 6831912"/>
              <a:gd name="csX2" fmla="*/ 8674100 w 8674100"/>
              <a:gd name="csY2" fmla="*/ 0 h 6831912"/>
              <a:gd name="csX3" fmla="*/ 6589274 w 8674100"/>
              <a:gd name="csY3" fmla="*/ 6831912 h 6831912"/>
              <a:gd name="csX4" fmla="*/ 0 w 8674100"/>
              <a:gd name="csY4" fmla="*/ 6831912 h 6831912"/>
              <a:gd name="csX0" fmla="*/ 4409 w 8678509"/>
              <a:gd name="csY0" fmla="*/ 6837669 h 6837669"/>
              <a:gd name="csX1" fmla="*/ 0 w 8678509"/>
              <a:gd name="csY1" fmla="*/ 0 h 6837669"/>
              <a:gd name="csX2" fmla="*/ 8678509 w 8678509"/>
              <a:gd name="csY2" fmla="*/ 5757 h 6837669"/>
              <a:gd name="csX3" fmla="*/ 6593683 w 8678509"/>
              <a:gd name="csY3" fmla="*/ 6837669 h 6837669"/>
              <a:gd name="csX4" fmla="*/ 4409 w 8678509"/>
              <a:gd name="csY4" fmla="*/ 6837669 h 6837669"/>
              <a:gd name="csX0" fmla="*/ 4409 w 6593683"/>
              <a:gd name="csY0" fmla="*/ 6844612 h 6844612"/>
              <a:gd name="csX1" fmla="*/ 0 w 6593683"/>
              <a:gd name="csY1" fmla="*/ 6943 h 6844612"/>
              <a:gd name="csX2" fmla="*/ 2239609 w 6593683"/>
              <a:gd name="csY2" fmla="*/ 0 h 6844612"/>
              <a:gd name="csX3" fmla="*/ 6593683 w 6593683"/>
              <a:gd name="csY3" fmla="*/ 6844612 h 6844612"/>
              <a:gd name="csX4" fmla="*/ 4409 w 6593683"/>
              <a:gd name="csY4" fmla="*/ 6844612 h 6844612"/>
              <a:gd name="csX0" fmla="*/ 4409 w 6593683"/>
              <a:gd name="csY0" fmla="*/ 6837669 h 6837669"/>
              <a:gd name="csX1" fmla="*/ 0 w 6593683"/>
              <a:gd name="csY1" fmla="*/ 0 h 6837669"/>
              <a:gd name="csX2" fmla="*/ 2531709 w 6593683"/>
              <a:gd name="csY2" fmla="*/ 5757 h 6837669"/>
              <a:gd name="csX3" fmla="*/ 6593683 w 6593683"/>
              <a:gd name="csY3" fmla="*/ 6837669 h 6837669"/>
              <a:gd name="csX4" fmla="*/ 4409 w 6593683"/>
              <a:gd name="csY4" fmla="*/ 6837669 h 6837669"/>
            </a:gdLst>
            <a:ahLst/>
            <a:cxnLst>
              <a:cxn ang="0">
                <a:pos x="csX0" y="csY0"/>
              </a:cxn>
              <a:cxn ang="0">
                <a:pos x="csX1" y="csY1"/>
              </a:cxn>
              <a:cxn ang="0">
                <a:pos x="csX2" y="csY2"/>
              </a:cxn>
              <a:cxn ang="0">
                <a:pos x="csX3" y="csY3"/>
              </a:cxn>
              <a:cxn ang="0">
                <a:pos x="csX4" y="csY4"/>
              </a:cxn>
            </a:cxnLst>
            <a:rect l="l" t="t" r="r" b="b"/>
            <a:pathLst>
              <a:path w="6593683" h="6837669">
                <a:moveTo>
                  <a:pt x="4409" y="6837669"/>
                </a:moveTo>
                <a:cubicBezTo>
                  <a:pt x="2939" y="4558446"/>
                  <a:pt x="1470" y="2279223"/>
                  <a:pt x="0" y="0"/>
                </a:cubicBezTo>
                <a:lnTo>
                  <a:pt x="2531709" y="5757"/>
                </a:lnTo>
                <a:lnTo>
                  <a:pt x="6593683" y="6837669"/>
                </a:lnTo>
                <a:lnTo>
                  <a:pt x="4409" y="6837669"/>
                </a:lnTo>
                <a:close/>
              </a:path>
            </a:pathLst>
          </a:custGeom>
          <a:gradFill flip="none" rotWithShape="1">
            <a:gsLst>
              <a:gs pos="0">
                <a:schemeClr val="bg2">
                  <a:lumMod val="75000"/>
                  <a:shade val="30000"/>
                  <a:satMod val="115000"/>
                </a:schemeClr>
              </a:gs>
              <a:gs pos="50000">
                <a:schemeClr val="bg2">
                  <a:lumMod val="75000"/>
                  <a:shade val="67500"/>
                  <a:satMod val="115000"/>
                </a:schemeClr>
              </a:gs>
              <a:gs pos="100000">
                <a:schemeClr val="bg2">
                  <a:lumMod val="75000"/>
                  <a:shade val="100000"/>
                  <a:satMod val="1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日付プレースホルダー 3">
            <a:extLst>
              <a:ext uri="{FF2B5EF4-FFF2-40B4-BE49-F238E27FC236}">
                <a16:creationId xmlns:a16="http://schemas.microsoft.com/office/drawing/2014/main" id="{BDF7A82D-79BF-364F-2C82-FDD9A2D93B90}"/>
              </a:ext>
            </a:extLst>
          </p:cNvPr>
          <p:cNvSpPr>
            <a:spLocks noGrp="1"/>
          </p:cNvSpPr>
          <p:nvPr>
            <p:ph type="dt" sz="half" idx="10"/>
          </p:nvPr>
        </p:nvSpPr>
        <p:spPr>
          <a:xfrm>
            <a:off x="1758342" y="6196874"/>
            <a:ext cx="2743200" cy="365125"/>
          </a:xfrm>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fld id="{4264D060-8133-4A46-91C4-B3F3520A110D}" type="datetimeFigureOut">
              <a:rPr lang="ja-JP" altLang="en-US" smtClean="0"/>
              <a:pPr/>
              <a:t>2026/5/7</a:t>
            </a:fld>
            <a:endParaRPr lang="ja-JP" altLang="en-US" dirty="0">
              <a:ln w="0"/>
              <a:solidFill>
                <a:schemeClr val="tx1"/>
              </a:solidFill>
              <a:effectLst>
                <a:outerShdw blurRad="38100" dist="19050" dir="2700000" algn="tl" rotWithShape="0">
                  <a:schemeClr val="dk1">
                    <a:alpha val="40000"/>
                  </a:schemeClr>
                </a:outerShdw>
              </a:effectLst>
            </a:endParaRPr>
          </a:p>
        </p:txBody>
      </p:sp>
      <p:sp>
        <p:nvSpPr>
          <p:cNvPr id="8" name="正方形/長方形 7">
            <a:extLst>
              <a:ext uri="{FF2B5EF4-FFF2-40B4-BE49-F238E27FC236}">
                <a16:creationId xmlns:a16="http://schemas.microsoft.com/office/drawing/2014/main" id="{DE48FD72-980E-F036-FFA4-BCAB48E1ACAD}"/>
              </a:ext>
            </a:extLst>
          </p:cNvPr>
          <p:cNvSpPr/>
          <p:nvPr userDrawn="1"/>
        </p:nvSpPr>
        <p:spPr>
          <a:xfrm>
            <a:off x="0" y="2048256"/>
            <a:ext cx="12191998" cy="2743169"/>
          </a:xfrm>
          <a:prstGeom prst="rect">
            <a:avLst/>
          </a:prstGeom>
          <a:solidFill>
            <a:schemeClr val="bg1">
              <a:alpha val="7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タイトル 6">
            <a:extLst>
              <a:ext uri="{FF2B5EF4-FFF2-40B4-BE49-F238E27FC236}">
                <a16:creationId xmlns:a16="http://schemas.microsoft.com/office/drawing/2014/main" id="{6E0E0E2E-7307-34D8-F3CF-16A2F2ACC371}"/>
              </a:ext>
            </a:extLst>
          </p:cNvPr>
          <p:cNvSpPr>
            <a:spLocks noGrp="1"/>
          </p:cNvSpPr>
          <p:nvPr>
            <p:ph type="title"/>
          </p:nvPr>
        </p:nvSpPr>
        <p:spPr>
          <a:xfrm>
            <a:off x="2210054" y="2634058"/>
            <a:ext cx="8674100" cy="1589882"/>
          </a:xfrm>
        </p:spPr>
        <p:txBody>
          <a:bodyPr>
            <a:normAutofit/>
          </a:bodyPr>
          <a:lstStyle>
            <a:lvl1pPr algn="l">
              <a:defRPr sz="7200" u="none">
                <a:latin typeface="+mn-lt"/>
                <a:ea typeface="ＭＳ Ｐゴシック" panose="020B0600070205080204" pitchFamily="50" charset="-128"/>
              </a:defRPr>
            </a:lvl1pPr>
          </a:lstStyle>
          <a:p>
            <a:endParaRPr kumimoji="1" lang="ja-JP" altLang="en-US" dirty="0"/>
          </a:p>
        </p:txBody>
      </p:sp>
      <p:cxnSp>
        <p:nvCxnSpPr>
          <p:cNvPr id="2" name="直線コネクタ 1">
            <a:extLst>
              <a:ext uri="{FF2B5EF4-FFF2-40B4-BE49-F238E27FC236}">
                <a16:creationId xmlns:a16="http://schemas.microsoft.com/office/drawing/2014/main" id="{6E85D4F5-6112-EA53-504F-67F2AD0E7195}"/>
              </a:ext>
            </a:extLst>
          </p:cNvPr>
          <p:cNvCxnSpPr>
            <a:cxnSpLocks/>
          </p:cNvCxnSpPr>
          <p:nvPr userDrawn="1"/>
        </p:nvCxnSpPr>
        <p:spPr>
          <a:xfrm>
            <a:off x="0" y="6587753"/>
            <a:ext cx="9134856" cy="0"/>
          </a:xfrm>
          <a:prstGeom prst="line">
            <a:avLst/>
          </a:prstGeom>
          <a:ln w="88900">
            <a:solidFill>
              <a:schemeClr val="tx2">
                <a:lumMod val="90000"/>
                <a:lumOff val="10000"/>
              </a:schemeClr>
            </a:solidFill>
          </a:ln>
          <a:effectLst/>
        </p:spPr>
        <p:style>
          <a:lnRef idx="2">
            <a:schemeClr val="dk1"/>
          </a:lnRef>
          <a:fillRef idx="0">
            <a:schemeClr val="dk1"/>
          </a:fillRef>
          <a:effectRef idx="1">
            <a:schemeClr val="dk1"/>
          </a:effectRef>
          <a:fontRef idx="minor">
            <a:schemeClr val="tx1"/>
          </a:fontRef>
        </p:style>
      </p:cxnSp>
      <p:sp>
        <p:nvSpPr>
          <p:cNvPr id="14" name="正方形/長方形 13">
            <a:extLst>
              <a:ext uri="{FF2B5EF4-FFF2-40B4-BE49-F238E27FC236}">
                <a16:creationId xmlns:a16="http://schemas.microsoft.com/office/drawing/2014/main" id="{0B468095-D4AE-0978-A021-6BDDEC250032}"/>
              </a:ext>
            </a:extLst>
          </p:cNvPr>
          <p:cNvSpPr/>
          <p:nvPr userDrawn="1"/>
        </p:nvSpPr>
        <p:spPr>
          <a:xfrm>
            <a:off x="434648" y="0"/>
            <a:ext cx="1190947" cy="6858000"/>
          </a:xfrm>
          <a:prstGeom prst="rect">
            <a:avLst/>
          </a:prstGeom>
          <a:gradFill flip="none" rotWithShape="1">
            <a:gsLst>
              <a:gs pos="0">
                <a:srgbClr val="4E95D9">
                  <a:shade val="30000"/>
                  <a:satMod val="115000"/>
                </a:srgbClr>
              </a:gs>
              <a:gs pos="50000">
                <a:srgbClr val="4E95D9">
                  <a:shade val="67500"/>
                  <a:satMod val="115000"/>
                </a:srgbClr>
              </a:gs>
              <a:gs pos="100000">
                <a:srgbClr val="4E95D9">
                  <a:shade val="100000"/>
                  <a:satMod val="115000"/>
                </a:srgb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a:extLst>
              <a:ext uri="{FF2B5EF4-FFF2-40B4-BE49-F238E27FC236}">
                <a16:creationId xmlns:a16="http://schemas.microsoft.com/office/drawing/2014/main" id="{38F5888E-CB54-C2D9-87BE-F37A84A7D6A4}"/>
              </a:ext>
            </a:extLst>
          </p:cNvPr>
          <p:cNvCxnSpPr>
            <a:cxnSpLocks/>
          </p:cNvCxnSpPr>
          <p:nvPr userDrawn="1"/>
        </p:nvCxnSpPr>
        <p:spPr>
          <a:xfrm flipV="1">
            <a:off x="567395" y="68262"/>
            <a:ext cx="0" cy="6721475"/>
          </a:xfrm>
          <a:prstGeom prst="line">
            <a:avLst/>
          </a:prstGeom>
          <a:ln w="38100">
            <a:solidFill>
              <a:schemeClr val="tx1">
                <a:lumMod val="65000"/>
                <a:lumOff val="35000"/>
              </a:schemeClr>
            </a:solidFill>
            <a:prstDash val="sysDash"/>
          </a:ln>
          <a:effectLst>
            <a:outerShdw blurRad="50800" dist="38100" dir="2700000" algn="tl" rotWithShape="0">
              <a:prstClr val="black">
                <a:alpha val="40000"/>
              </a:prstClr>
            </a:outerShdw>
          </a:effectLst>
        </p:spPr>
        <p:style>
          <a:lnRef idx="2">
            <a:schemeClr val="dk1"/>
          </a:lnRef>
          <a:fillRef idx="0">
            <a:schemeClr val="dk1"/>
          </a:fillRef>
          <a:effectRef idx="1">
            <a:schemeClr val="dk1"/>
          </a:effectRef>
          <a:fontRef idx="minor">
            <a:schemeClr val="tx1"/>
          </a:fontRef>
        </p:style>
      </p:cxnSp>
      <p:pic>
        <p:nvPicPr>
          <p:cNvPr id="11" name="図 10" descr="テキスト&#10;&#10;AI 生成コンテンツは誤りを含む可能性があります。">
            <a:extLst>
              <a:ext uri="{FF2B5EF4-FFF2-40B4-BE49-F238E27FC236}">
                <a16:creationId xmlns:a16="http://schemas.microsoft.com/office/drawing/2014/main" id="{1526D9B5-B2EC-4A75-10D9-150236BDF234}"/>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39347" b="39881"/>
          <a:stretch>
            <a:fillRect/>
          </a:stretch>
        </p:blipFill>
        <p:spPr>
          <a:xfrm>
            <a:off x="9134856" y="6196874"/>
            <a:ext cx="3057144" cy="635040"/>
          </a:xfrm>
          <a:prstGeom prst="rect">
            <a:avLst/>
          </a:prstGeom>
          <a:ln>
            <a:noFill/>
          </a:ln>
          <a:effectLst/>
        </p:spPr>
      </p:pic>
    </p:spTree>
    <p:extLst>
      <p:ext uri="{BB962C8B-B14F-4D97-AF65-F5344CB8AC3E}">
        <p14:creationId xmlns:p14="http://schemas.microsoft.com/office/powerpoint/2010/main" val="3989246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pic>
        <p:nvPicPr>
          <p:cNvPr id="9" name="図 8" descr="テキスト&#10;&#10;AI 生成コンテンツは誤りを含む可能性があります。">
            <a:extLst>
              <a:ext uri="{FF2B5EF4-FFF2-40B4-BE49-F238E27FC236}">
                <a16:creationId xmlns:a16="http://schemas.microsoft.com/office/drawing/2014/main" id="{5A8ABCE5-FD79-A293-0E0B-36DF3B2E8E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247" y="1977002"/>
            <a:ext cx="7054915" cy="4014216"/>
          </a:xfrm>
          <a:prstGeom prst="rect">
            <a:avLst/>
          </a:prstGeom>
          <a:ln>
            <a:noFill/>
          </a:ln>
          <a:effectLst>
            <a:softEdge rad="112500"/>
          </a:effectLst>
        </p:spPr>
      </p:pic>
      <p:sp>
        <p:nvSpPr>
          <p:cNvPr id="2" name="タイトル 1">
            <a:extLst>
              <a:ext uri="{FF2B5EF4-FFF2-40B4-BE49-F238E27FC236}">
                <a16:creationId xmlns:a16="http://schemas.microsoft.com/office/drawing/2014/main" id="{288328C3-0F1E-D011-2ABE-1A4D0404BB48}"/>
              </a:ext>
            </a:extLst>
          </p:cNvPr>
          <p:cNvSpPr>
            <a:spLocks noGrp="1"/>
          </p:cNvSpPr>
          <p:nvPr>
            <p:ph type="title"/>
          </p:nvPr>
        </p:nvSpPr>
        <p:spPr>
          <a:xfrm>
            <a:off x="976654" y="174233"/>
            <a:ext cx="10831033" cy="2058987"/>
          </a:xfrm>
          <a:noFill/>
          <a:effectLst>
            <a:glow rad="228600">
              <a:schemeClr val="accent1">
                <a:satMod val="175000"/>
                <a:alpha val="40000"/>
              </a:schemeClr>
            </a:glow>
            <a:outerShdw blurRad="50800" dist="38100" dir="2700000" algn="tl" rotWithShape="0">
              <a:prstClr val="black">
                <a:alpha val="40000"/>
              </a:prstClr>
            </a:outerShdw>
          </a:effectLst>
        </p:spPr>
        <p:txBody>
          <a:bodyPr anchor="ctr">
            <a:normAutofit/>
          </a:bodyPr>
          <a:lstStyle>
            <a:lvl1pPr algn="ctr">
              <a:defRPr sz="8800" b="0"/>
            </a:lvl1pPr>
          </a:lstStyle>
          <a:p>
            <a:endParaRPr kumimoji="1" lang="ja-JP" altLang="en-US" dirty="0"/>
          </a:p>
        </p:txBody>
      </p:sp>
      <p:sp>
        <p:nvSpPr>
          <p:cNvPr id="3" name="テキスト プレースホルダー 2">
            <a:extLst>
              <a:ext uri="{FF2B5EF4-FFF2-40B4-BE49-F238E27FC236}">
                <a16:creationId xmlns:a16="http://schemas.microsoft.com/office/drawing/2014/main" id="{C26F101F-53F6-AE5D-E149-E8132C10D1DF}"/>
              </a:ext>
            </a:extLst>
          </p:cNvPr>
          <p:cNvSpPr>
            <a:spLocks noGrp="1"/>
          </p:cNvSpPr>
          <p:nvPr>
            <p:ph type="body" idx="1"/>
          </p:nvPr>
        </p:nvSpPr>
        <p:spPr>
          <a:xfrm>
            <a:off x="7133163" y="2270467"/>
            <a:ext cx="4745662" cy="3623449"/>
          </a:xfrm>
          <a:ln>
            <a:solidFill>
              <a:schemeClr val="bg1">
                <a:lumMod val="50000"/>
              </a:schemeClr>
            </a:solidFill>
            <a:prstDash val="sysDash"/>
          </a:ln>
        </p:spPr>
        <p:style>
          <a:lnRef idx="2">
            <a:schemeClr val="dk1"/>
          </a:lnRef>
          <a:fillRef idx="1">
            <a:schemeClr val="lt1"/>
          </a:fillRef>
          <a:effectRef idx="0">
            <a:schemeClr val="dk1"/>
          </a:effectRef>
          <a:fontRef idx="minor">
            <a:schemeClr val="dk1"/>
          </a:fontRef>
        </p:style>
        <p:txBody>
          <a:bodyPr/>
          <a:lstStyle>
            <a:lvl1pPr marL="0" indent="0">
              <a:buNone/>
              <a:defRPr sz="2400" b="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dirty="0"/>
              <a:t>マスター テキストの書式設定</a:t>
            </a:r>
          </a:p>
        </p:txBody>
      </p:sp>
      <p:sp>
        <p:nvSpPr>
          <p:cNvPr id="4" name="日付プレースホルダー 3">
            <a:extLst>
              <a:ext uri="{FF2B5EF4-FFF2-40B4-BE49-F238E27FC236}">
                <a16:creationId xmlns:a16="http://schemas.microsoft.com/office/drawing/2014/main" id="{95DC95E1-7BEF-84C5-44E0-1974511F501F}"/>
              </a:ext>
            </a:extLst>
          </p:cNvPr>
          <p:cNvSpPr>
            <a:spLocks noGrp="1"/>
          </p:cNvSpPr>
          <p:nvPr>
            <p:ph type="dt" sz="half" idx="10"/>
          </p:nvPr>
        </p:nvSpPr>
        <p:spPr/>
        <p:txBody>
          <a:bodyPr/>
          <a:lstStyle/>
          <a:p>
            <a:fld id="{4264D060-8133-4A46-91C4-B3F3520A110D}" type="datetimeFigureOut">
              <a:rPr kumimoji="1" lang="ja-JP" altLang="en-US" smtClean="0"/>
              <a:t>2026/5/7</a:t>
            </a:fld>
            <a:endParaRPr kumimoji="1" lang="ja-JP" altLang="en-US"/>
          </a:p>
        </p:txBody>
      </p:sp>
      <p:sp>
        <p:nvSpPr>
          <p:cNvPr id="5" name="フッター プレースホルダー 4">
            <a:extLst>
              <a:ext uri="{FF2B5EF4-FFF2-40B4-BE49-F238E27FC236}">
                <a16:creationId xmlns:a16="http://schemas.microsoft.com/office/drawing/2014/main" id="{A068D1FB-AAA9-9FCE-A1D1-41E5ED5F2F21}"/>
              </a:ext>
            </a:extLst>
          </p:cNvPr>
          <p:cNvSpPr>
            <a:spLocks noGrp="1"/>
          </p:cNvSpPr>
          <p:nvPr>
            <p:ph type="ftr" sz="quarter" idx="11"/>
          </p:nvPr>
        </p:nvSpPr>
        <p:spPr/>
        <p:txBody>
          <a:bodyPr/>
          <a:lstStyle/>
          <a:p>
            <a:endParaRPr kumimoji="1" lang="ja-JP" altLang="en-US"/>
          </a:p>
        </p:txBody>
      </p:sp>
      <p:grpSp>
        <p:nvGrpSpPr>
          <p:cNvPr id="13" name="グループ化 12">
            <a:extLst>
              <a:ext uri="{FF2B5EF4-FFF2-40B4-BE49-F238E27FC236}">
                <a16:creationId xmlns:a16="http://schemas.microsoft.com/office/drawing/2014/main" id="{8E98E9F8-1F95-3B6F-DDF8-4681FA184A66}"/>
              </a:ext>
            </a:extLst>
          </p:cNvPr>
          <p:cNvGrpSpPr/>
          <p:nvPr userDrawn="1"/>
        </p:nvGrpSpPr>
        <p:grpSpPr>
          <a:xfrm>
            <a:off x="310150" y="170701"/>
            <a:ext cx="11910823" cy="1638855"/>
            <a:chOff x="310150" y="170701"/>
            <a:chExt cx="11910823" cy="1638855"/>
          </a:xfrm>
        </p:grpSpPr>
        <p:sp>
          <p:nvSpPr>
            <p:cNvPr id="6" name="矢印: 山形 5">
              <a:extLst>
                <a:ext uri="{FF2B5EF4-FFF2-40B4-BE49-F238E27FC236}">
                  <a16:creationId xmlns:a16="http://schemas.microsoft.com/office/drawing/2014/main" id="{E9AD0AB5-63B3-3922-411C-D512337B0D18}"/>
                </a:ext>
              </a:extLst>
            </p:cNvPr>
            <p:cNvSpPr/>
            <p:nvPr userDrawn="1"/>
          </p:nvSpPr>
          <p:spPr>
            <a:xfrm>
              <a:off x="335550" y="174233"/>
              <a:ext cx="625094" cy="1570593"/>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 name="矢印: 山形 9">
              <a:extLst>
                <a:ext uri="{FF2B5EF4-FFF2-40B4-BE49-F238E27FC236}">
                  <a16:creationId xmlns:a16="http://schemas.microsoft.com/office/drawing/2014/main" id="{0BCBCE41-45B2-4C67-68CA-0F1933F4FC9B}"/>
                </a:ext>
              </a:extLst>
            </p:cNvPr>
            <p:cNvSpPr/>
            <p:nvPr userDrawn="1"/>
          </p:nvSpPr>
          <p:spPr>
            <a:xfrm>
              <a:off x="838200" y="170701"/>
              <a:ext cx="625095" cy="1570593"/>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正方形/長方形 9">
              <a:extLst>
                <a:ext uri="{FF2B5EF4-FFF2-40B4-BE49-F238E27FC236}">
                  <a16:creationId xmlns:a16="http://schemas.microsoft.com/office/drawing/2014/main" id="{960975AB-87DD-F2E8-0182-585369DBCB30}"/>
                </a:ext>
              </a:extLst>
            </p:cNvPr>
            <p:cNvSpPr/>
            <p:nvPr userDrawn="1"/>
          </p:nvSpPr>
          <p:spPr>
            <a:xfrm>
              <a:off x="310150" y="1723771"/>
              <a:ext cx="11910823" cy="85785"/>
            </a:xfrm>
            <a:custGeom>
              <a:avLst/>
              <a:gdLst>
                <a:gd name="connsiteX0" fmla="*/ 0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0 w 10653522"/>
                <a:gd name="connsiteY4" fmla="*/ 0 h 86148"/>
                <a:gd name="connsiteX0" fmla="*/ 28575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28575 w 10653522"/>
                <a:gd name="connsiteY4" fmla="*/ 0 h 86148"/>
                <a:gd name="connsiteX0" fmla="*/ 44450 w 10653522"/>
                <a:gd name="connsiteY0" fmla="*/ 3175 h 86148"/>
                <a:gd name="connsiteX1" fmla="*/ 10653522 w 10653522"/>
                <a:gd name="connsiteY1" fmla="*/ 0 h 86148"/>
                <a:gd name="connsiteX2" fmla="*/ 10653522 w 10653522"/>
                <a:gd name="connsiteY2" fmla="*/ 86148 h 86148"/>
                <a:gd name="connsiteX3" fmla="*/ 0 w 10653522"/>
                <a:gd name="connsiteY3" fmla="*/ 86148 h 86148"/>
                <a:gd name="connsiteX4" fmla="*/ 44450 w 10653522"/>
                <a:gd name="connsiteY4" fmla="*/ 3175 h 86148"/>
                <a:gd name="connsiteX0" fmla="*/ 3810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8100 w 10653522"/>
                <a:gd name="connsiteY4" fmla="*/ 1587 h 86148"/>
                <a:gd name="connsiteX0" fmla="*/ 33337 w 10653522"/>
                <a:gd name="connsiteY0" fmla="*/ 0 h 87736"/>
                <a:gd name="connsiteX1" fmla="*/ 10653522 w 10653522"/>
                <a:gd name="connsiteY1" fmla="*/ 1588 h 87736"/>
                <a:gd name="connsiteX2" fmla="*/ 10653522 w 10653522"/>
                <a:gd name="connsiteY2" fmla="*/ 87736 h 87736"/>
                <a:gd name="connsiteX3" fmla="*/ 0 w 10653522"/>
                <a:gd name="connsiteY3" fmla="*/ 87736 h 87736"/>
                <a:gd name="connsiteX4" fmla="*/ 33337 w 10653522"/>
                <a:gd name="connsiteY4" fmla="*/ 0 h 87736"/>
                <a:gd name="connsiteX0" fmla="*/ 3175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1750 w 10653522"/>
                <a:gd name="connsiteY4" fmla="*/ 1587 h 86148"/>
                <a:gd name="connsiteX0" fmla="*/ 36512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6512 w 10653522"/>
                <a:gd name="connsiteY4" fmla="*/ 0 h 86149"/>
                <a:gd name="connsiteX0" fmla="*/ 38100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8100 w 10653522"/>
                <a:gd name="connsiteY4" fmla="*/ 0 h 86149"/>
                <a:gd name="csX0" fmla="*/ 43886 w 10653522"/>
                <a:gd name="csY0" fmla="*/ 0 h 86149"/>
                <a:gd name="csX1" fmla="*/ 10653522 w 10653522"/>
                <a:gd name="csY1" fmla="*/ 1 h 86149"/>
                <a:gd name="csX2" fmla="*/ 10653522 w 10653522"/>
                <a:gd name="csY2" fmla="*/ 86149 h 86149"/>
                <a:gd name="csX3" fmla="*/ 0 w 10653522"/>
                <a:gd name="csY3" fmla="*/ 86149 h 86149"/>
                <a:gd name="csX4" fmla="*/ 43886 w 10653522"/>
                <a:gd name="csY4" fmla="*/ 0 h 86149"/>
                <a:gd name="csX0" fmla="*/ 49672 w 10653522"/>
                <a:gd name="csY0" fmla="*/ 0 h 86149"/>
                <a:gd name="csX1" fmla="*/ 10653522 w 10653522"/>
                <a:gd name="csY1" fmla="*/ 1 h 86149"/>
                <a:gd name="csX2" fmla="*/ 10653522 w 10653522"/>
                <a:gd name="csY2" fmla="*/ 86149 h 86149"/>
                <a:gd name="csX3" fmla="*/ 0 w 10653522"/>
                <a:gd name="csY3" fmla="*/ 86149 h 86149"/>
                <a:gd name="csX4" fmla="*/ 49672 w 10653522"/>
                <a:gd name="csY4" fmla="*/ 0 h 86149"/>
                <a:gd name="csX0" fmla="*/ 19380 w 10653522"/>
                <a:gd name="csY0" fmla="*/ 0 h 86149"/>
                <a:gd name="csX1" fmla="*/ 10653522 w 10653522"/>
                <a:gd name="csY1" fmla="*/ 1 h 86149"/>
                <a:gd name="csX2" fmla="*/ 10653522 w 10653522"/>
                <a:gd name="csY2" fmla="*/ 86149 h 86149"/>
                <a:gd name="csX3" fmla="*/ 0 w 10653522"/>
                <a:gd name="csY3" fmla="*/ 86149 h 86149"/>
                <a:gd name="csX4" fmla="*/ 19380 w 10653522"/>
                <a:gd name="csY4" fmla="*/ 0 h 86149"/>
                <a:gd name="csX0" fmla="*/ 38312 w 10653522"/>
                <a:gd name="csY0" fmla="*/ 0 h 86149"/>
                <a:gd name="csX1" fmla="*/ 10653522 w 10653522"/>
                <a:gd name="csY1" fmla="*/ 1 h 86149"/>
                <a:gd name="csX2" fmla="*/ 10653522 w 10653522"/>
                <a:gd name="csY2" fmla="*/ 86149 h 86149"/>
                <a:gd name="csX3" fmla="*/ 0 w 10653522"/>
                <a:gd name="csY3" fmla="*/ 86149 h 86149"/>
                <a:gd name="csX4" fmla="*/ 38312 w 10653522"/>
                <a:gd name="csY4" fmla="*/ 0 h 86149"/>
                <a:gd name="csX0" fmla="*/ 29792 w 10653522"/>
                <a:gd name="csY0" fmla="*/ 0 h 86149"/>
                <a:gd name="csX1" fmla="*/ 10653522 w 10653522"/>
                <a:gd name="csY1" fmla="*/ 1 h 86149"/>
                <a:gd name="csX2" fmla="*/ 10653522 w 10653522"/>
                <a:gd name="csY2" fmla="*/ 86149 h 86149"/>
                <a:gd name="csX3" fmla="*/ 0 w 10653522"/>
                <a:gd name="csY3" fmla="*/ 86149 h 86149"/>
                <a:gd name="csX4" fmla="*/ 29792 w 10653522"/>
                <a:gd name="csY4" fmla="*/ 0 h 86149"/>
                <a:gd name="csX0" fmla="*/ 34051 w 10653522"/>
                <a:gd name="csY0" fmla="*/ 0 h 86149"/>
                <a:gd name="csX1" fmla="*/ 10653522 w 10653522"/>
                <a:gd name="csY1" fmla="*/ 1 h 86149"/>
                <a:gd name="csX2" fmla="*/ 10653522 w 10653522"/>
                <a:gd name="csY2" fmla="*/ 86149 h 86149"/>
                <a:gd name="csX3" fmla="*/ 0 w 10653522"/>
                <a:gd name="csY3" fmla="*/ 86149 h 86149"/>
                <a:gd name="csX4" fmla="*/ 34051 w 10653522"/>
                <a:gd name="csY4" fmla="*/ 0 h 86149"/>
                <a:gd name="csX0" fmla="*/ 29791 w 10653522"/>
                <a:gd name="csY0" fmla="*/ 0 h 86149"/>
                <a:gd name="csX1" fmla="*/ 10653522 w 10653522"/>
                <a:gd name="csY1" fmla="*/ 1 h 86149"/>
                <a:gd name="csX2" fmla="*/ 10653522 w 10653522"/>
                <a:gd name="csY2" fmla="*/ 86149 h 86149"/>
                <a:gd name="csX3" fmla="*/ 0 w 10653522"/>
                <a:gd name="csY3" fmla="*/ 86149 h 86149"/>
                <a:gd name="csX4" fmla="*/ 29791 w 10653522"/>
                <a:gd name="csY4" fmla="*/ 0 h 86149"/>
              </a:gdLst>
              <a:ahLst/>
              <a:cxnLst>
                <a:cxn ang="0">
                  <a:pos x="csX0" y="csY0"/>
                </a:cxn>
                <a:cxn ang="0">
                  <a:pos x="csX1" y="csY1"/>
                </a:cxn>
                <a:cxn ang="0">
                  <a:pos x="csX2" y="csY2"/>
                </a:cxn>
                <a:cxn ang="0">
                  <a:pos x="csX3" y="csY3"/>
                </a:cxn>
                <a:cxn ang="0">
                  <a:pos x="csX4" y="csY4"/>
                </a:cxn>
              </a:cxnLst>
              <a:rect l="l" t="t" r="r" b="b"/>
              <a:pathLst>
                <a:path w="10653522" h="86149">
                  <a:moveTo>
                    <a:pt x="29791" y="0"/>
                  </a:moveTo>
                  <a:lnTo>
                    <a:pt x="10653522" y="1"/>
                  </a:lnTo>
                  <a:lnTo>
                    <a:pt x="10653522" y="86149"/>
                  </a:lnTo>
                  <a:lnTo>
                    <a:pt x="0" y="86149"/>
                  </a:lnTo>
                  <a:lnTo>
                    <a:pt x="29791" y="0"/>
                  </a:lnTo>
                  <a:close/>
                </a:path>
              </a:pathLst>
            </a:custGeom>
            <a:solidFill>
              <a:srgbClr val="4E95D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cxnSp>
        <p:nvCxnSpPr>
          <p:cNvPr id="8" name="直線コネクタ 7">
            <a:extLst>
              <a:ext uri="{FF2B5EF4-FFF2-40B4-BE49-F238E27FC236}">
                <a16:creationId xmlns:a16="http://schemas.microsoft.com/office/drawing/2014/main" id="{5499DDB8-C9E6-90C0-847E-FD877AF3BBAF}"/>
              </a:ext>
            </a:extLst>
          </p:cNvPr>
          <p:cNvCxnSpPr>
            <a:cxnSpLocks/>
          </p:cNvCxnSpPr>
          <p:nvPr userDrawn="1"/>
        </p:nvCxnSpPr>
        <p:spPr>
          <a:xfrm>
            <a:off x="0" y="6587753"/>
            <a:ext cx="9134856" cy="0"/>
          </a:xfrm>
          <a:prstGeom prst="line">
            <a:avLst/>
          </a:prstGeom>
          <a:ln w="88900">
            <a:solidFill>
              <a:schemeClr val="tx2">
                <a:lumMod val="90000"/>
                <a:lumOff val="10000"/>
              </a:schemeClr>
            </a:solidFill>
          </a:ln>
          <a:effectLst/>
        </p:spPr>
        <p:style>
          <a:lnRef idx="2">
            <a:schemeClr val="dk1"/>
          </a:lnRef>
          <a:fillRef idx="0">
            <a:schemeClr val="dk1"/>
          </a:fillRef>
          <a:effectRef idx="1">
            <a:schemeClr val="dk1"/>
          </a:effectRef>
          <a:fontRef idx="minor">
            <a:schemeClr val="tx1"/>
          </a:fontRef>
        </p:style>
      </p:cxnSp>
      <p:pic>
        <p:nvPicPr>
          <p:cNvPr id="11" name="図 10" descr="テキスト&#10;&#10;AI 生成コンテンツは誤りを含む可能性があります。">
            <a:extLst>
              <a:ext uri="{FF2B5EF4-FFF2-40B4-BE49-F238E27FC236}">
                <a16:creationId xmlns:a16="http://schemas.microsoft.com/office/drawing/2014/main" id="{33293A54-73D3-537E-2F55-77DFD159CA11}"/>
              </a:ext>
            </a:extLst>
          </p:cNvPr>
          <p:cNvPicPr>
            <a:picLocks noChangeAspect="1"/>
          </p:cNvPicPr>
          <p:nvPr userDrawn="1"/>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39347" b="39881"/>
          <a:stretch>
            <a:fillRect/>
          </a:stretch>
        </p:blipFill>
        <p:spPr>
          <a:xfrm>
            <a:off x="9134856" y="6196874"/>
            <a:ext cx="3057144" cy="635040"/>
          </a:xfrm>
          <a:prstGeom prst="rect">
            <a:avLst/>
          </a:prstGeom>
          <a:ln>
            <a:noFill/>
          </a:ln>
          <a:effectLst/>
        </p:spPr>
      </p:pic>
    </p:spTree>
    <p:extLst>
      <p:ext uri="{BB962C8B-B14F-4D97-AF65-F5344CB8AC3E}">
        <p14:creationId xmlns:p14="http://schemas.microsoft.com/office/powerpoint/2010/main" val="3882927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313C4F-A02D-8487-45FE-957A23F0DB8E}"/>
              </a:ext>
            </a:extLst>
          </p:cNvPr>
          <p:cNvSpPr>
            <a:spLocks noGrp="1"/>
          </p:cNvSpPr>
          <p:nvPr>
            <p:ph type="title"/>
          </p:nvPr>
        </p:nvSpPr>
        <p:spPr>
          <a:xfrm>
            <a:off x="1114297" y="192516"/>
            <a:ext cx="10515600" cy="885115"/>
          </a:xfrm>
        </p:spPr>
        <p:txBody>
          <a:body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BCD7E764-4DF6-F388-08C6-76CE3E6DE2D1}"/>
              </a:ext>
            </a:extLst>
          </p:cNvPr>
          <p:cNvSpPr>
            <a:spLocks noGrp="1"/>
          </p:cNvSpPr>
          <p:nvPr>
            <p:ph idx="1"/>
          </p:nvPr>
        </p:nvSpPr>
        <p:spPr>
          <a:xfrm>
            <a:off x="838200" y="1316538"/>
            <a:ext cx="10515600" cy="4860425"/>
          </a:xfrm>
        </p:spPr>
        <p:txBody>
          <a:bodyPr/>
          <a:lstStyle>
            <a:lvl1pPr>
              <a:buNone/>
              <a:defRPr/>
            </a:lvl1pPr>
          </a:lstStyle>
          <a:p>
            <a:pPr lvl="0"/>
            <a:endParaRPr kumimoji="1" lang="ja-JP" altLang="en-US" dirty="0"/>
          </a:p>
        </p:txBody>
      </p:sp>
      <p:sp>
        <p:nvSpPr>
          <p:cNvPr id="4" name="日付プレースホルダー 3">
            <a:extLst>
              <a:ext uri="{FF2B5EF4-FFF2-40B4-BE49-F238E27FC236}">
                <a16:creationId xmlns:a16="http://schemas.microsoft.com/office/drawing/2014/main" id="{2B43D254-3D26-B0B7-05A9-0CD07BDCA5D3}"/>
              </a:ext>
            </a:extLst>
          </p:cNvPr>
          <p:cNvSpPr>
            <a:spLocks noGrp="1"/>
          </p:cNvSpPr>
          <p:nvPr>
            <p:ph type="dt" sz="half" idx="10"/>
          </p:nvPr>
        </p:nvSpPr>
        <p:spPr>
          <a:xfrm>
            <a:off x="-1" y="6259216"/>
            <a:ext cx="2743200" cy="365125"/>
          </a:xfrm>
        </p:spPr>
        <p:txBody>
          <a:bodyPr/>
          <a:lstStyle/>
          <a:p>
            <a:fld id="{4264D060-8133-4A46-91C4-B3F3520A110D}" type="datetimeFigureOut">
              <a:rPr kumimoji="1" lang="ja-JP" altLang="en-US" smtClean="0"/>
              <a:t>2026/5/7</a:t>
            </a:fld>
            <a:endParaRPr kumimoji="1" lang="ja-JP" altLang="en-US"/>
          </a:p>
        </p:txBody>
      </p:sp>
      <p:sp>
        <p:nvSpPr>
          <p:cNvPr id="5" name="フッター プレースホルダー 4">
            <a:extLst>
              <a:ext uri="{FF2B5EF4-FFF2-40B4-BE49-F238E27FC236}">
                <a16:creationId xmlns:a16="http://schemas.microsoft.com/office/drawing/2014/main" id="{D41E50FB-9FC6-432E-88D6-31B00177C487}"/>
              </a:ext>
            </a:extLst>
          </p:cNvPr>
          <p:cNvSpPr>
            <a:spLocks noGrp="1"/>
          </p:cNvSpPr>
          <p:nvPr>
            <p:ph type="ftr" sz="quarter" idx="11"/>
          </p:nvPr>
        </p:nvSpPr>
        <p:spPr>
          <a:xfrm>
            <a:off x="4038600" y="6265566"/>
            <a:ext cx="4114800" cy="365125"/>
          </a:xfrm>
        </p:spPr>
        <p:txBody>
          <a:bodyPr/>
          <a:lstStyle/>
          <a:p>
            <a:endParaRPr kumimoji="1" lang="ja-JP" altLang="en-US" dirty="0"/>
          </a:p>
        </p:txBody>
      </p:sp>
      <p:sp>
        <p:nvSpPr>
          <p:cNvPr id="6" name="スライド番号プレースホルダー 5">
            <a:extLst>
              <a:ext uri="{FF2B5EF4-FFF2-40B4-BE49-F238E27FC236}">
                <a16:creationId xmlns:a16="http://schemas.microsoft.com/office/drawing/2014/main" id="{628EE75C-07CE-3D57-97C3-61D15FEF0250}"/>
              </a:ext>
            </a:extLst>
          </p:cNvPr>
          <p:cNvSpPr>
            <a:spLocks noGrp="1"/>
          </p:cNvSpPr>
          <p:nvPr>
            <p:ph type="sldNum" sz="quarter" idx="12"/>
          </p:nvPr>
        </p:nvSpPr>
        <p:spPr>
          <a:xfrm>
            <a:off x="9448800" y="6263449"/>
            <a:ext cx="2743200" cy="365125"/>
          </a:xfrm>
        </p:spPr>
        <p:txBody>
          <a:bodyPr/>
          <a:lstStyle/>
          <a:p>
            <a:fld id="{56C735D2-2AD9-4AB2-91C9-DAA375501A92}" type="slidenum">
              <a:rPr kumimoji="1" lang="ja-JP" altLang="en-US" smtClean="0"/>
              <a:t>‹#›</a:t>
            </a:fld>
            <a:endParaRPr kumimoji="1" lang="ja-JP" altLang="en-US"/>
          </a:p>
        </p:txBody>
      </p:sp>
      <p:pic>
        <p:nvPicPr>
          <p:cNvPr id="7" name="図 6" descr="テキスト&#10;&#10;AI 生成コンテンツは誤りを含む可能性があります。">
            <a:extLst>
              <a:ext uri="{FF2B5EF4-FFF2-40B4-BE49-F238E27FC236}">
                <a16:creationId xmlns:a16="http://schemas.microsoft.com/office/drawing/2014/main" id="{761305D1-7424-F6CB-1CD2-6D480F6FB914}"/>
              </a:ext>
            </a:extLst>
          </p:cNvPr>
          <p:cNvPicPr>
            <a:picLocks noChangeAspect="1"/>
          </p:cNvPicPr>
          <p:nvPr userDrawn="1"/>
        </p:nvPicPr>
        <p:blipFill>
          <a:blip r:embed="rId2">
            <a:extLst>
              <a:ext uri="{28A0092B-C50C-407E-A947-70E740481C1C}">
                <a14:useLocalDpi xmlns:a14="http://schemas.microsoft.com/office/drawing/2010/main" val="0"/>
              </a:ext>
            </a:extLst>
          </a:blip>
          <a:srcRect t="39347" b="39881"/>
          <a:stretch>
            <a:fillRect/>
          </a:stretch>
        </p:blipFill>
        <p:spPr>
          <a:xfrm>
            <a:off x="9615424" y="6370215"/>
            <a:ext cx="2195576" cy="456072"/>
          </a:xfrm>
          <a:prstGeom prst="rect">
            <a:avLst/>
          </a:prstGeom>
        </p:spPr>
      </p:pic>
      <p:grpSp>
        <p:nvGrpSpPr>
          <p:cNvPr id="13" name="グループ化 12">
            <a:extLst>
              <a:ext uri="{FF2B5EF4-FFF2-40B4-BE49-F238E27FC236}">
                <a16:creationId xmlns:a16="http://schemas.microsoft.com/office/drawing/2014/main" id="{E03DE539-91EE-7D0C-0350-947895DF8FD2}"/>
              </a:ext>
            </a:extLst>
          </p:cNvPr>
          <p:cNvGrpSpPr/>
          <p:nvPr userDrawn="1"/>
        </p:nvGrpSpPr>
        <p:grpSpPr>
          <a:xfrm>
            <a:off x="287545" y="171398"/>
            <a:ext cx="11904455" cy="862995"/>
            <a:chOff x="287545" y="37322"/>
            <a:chExt cx="11904455" cy="862995"/>
          </a:xfrm>
        </p:grpSpPr>
        <p:sp>
          <p:nvSpPr>
            <p:cNvPr id="11" name="矢印: 山形 10">
              <a:extLst>
                <a:ext uri="{FF2B5EF4-FFF2-40B4-BE49-F238E27FC236}">
                  <a16:creationId xmlns:a16="http://schemas.microsoft.com/office/drawing/2014/main" id="{94E647D0-4C16-DB34-B099-38EE5B03BBE9}"/>
                </a:ext>
              </a:extLst>
            </p:cNvPr>
            <p:cNvSpPr/>
            <p:nvPr userDrawn="1"/>
          </p:nvSpPr>
          <p:spPr>
            <a:xfrm>
              <a:off x="335550" y="37322"/>
              <a:ext cx="437389" cy="780742"/>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矢印: 山形 11">
              <a:extLst>
                <a:ext uri="{FF2B5EF4-FFF2-40B4-BE49-F238E27FC236}">
                  <a16:creationId xmlns:a16="http://schemas.microsoft.com/office/drawing/2014/main" id="{419BCB27-4240-F057-249E-D9A650B2CED6}"/>
                </a:ext>
              </a:extLst>
            </p:cNvPr>
            <p:cNvSpPr/>
            <p:nvPr userDrawn="1"/>
          </p:nvSpPr>
          <p:spPr>
            <a:xfrm>
              <a:off x="619505" y="37322"/>
              <a:ext cx="437390" cy="780742"/>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 name="正方形/長方形 9">
              <a:extLst>
                <a:ext uri="{FF2B5EF4-FFF2-40B4-BE49-F238E27FC236}">
                  <a16:creationId xmlns:a16="http://schemas.microsoft.com/office/drawing/2014/main" id="{16888E1B-68AC-75C5-9A27-1195EF40D7FD}"/>
                </a:ext>
              </a:extLst>
            </p:cNvPr>
            <p:cNvSpPr/>
            <p:nvPr userDrawn="1"/>
          </p:nvSpPr>
          <p:spPr>
            <a:xfrm>
              <a:off x="287545" y="815897"/>
              <a:ext cx="11904455" cy="84420"/>
            </a:xfrm>
            <a:custGeom>
              <a:avLst/>
              <a:gdLst>
                <a:gd name="connsiteX0" fmla="*/ 0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0 w 10653522"/>
                <a:gd name="connsiteY4" fmla="*/ 0 h 86148"/>
                <a:gd name="connsiteX0" fmla="*/ 28575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28575 w 10653522"/>
                <a:gd name="connsiteY4" fmla="*/ 0 h 86148"/>
                <a:gd name="connsiteX0" fmla="*/ 44450 w 10653522"/>
                <a:gd name="connsiteY0" fmla="*/ 3175 h 86148"/>
                <a:gd name="connsiteX1" fmla="*/ 10653522 w 10653522"/>
                <a:gd name="connsiteY1" fmla="*/ 0 h 86148"/>
                <a:gd name="connsiteX2" fmla="*/ 10653522 w 10653522"/>
                <a:gd name="connsiteY2" fmla="*/ 86148 h 86148"/>
                <a:gd name="connsiteX3" fmla="*/ 0 w 10653522"/>
                <a:gd name="connsiteY3" fmla="*/ 86148 h 86148"/>
                <a:gd name="connsiteX4" fmla="*/ 44450 w 10653522"/>
                <a:gd name="connsiteY4" fmla="*/ 3175 h 86148"/>
                <a:gd name="connsiteX0" fmla="*/ 3810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8100 w 10653522"/>
                <a:gd name="connsiteY4" fmla="*/ 1587 h 86148"/>
                <a:gd name="connsiteX0" fmla="*/ 33337 w 10653522"/>
                <a:gd name="connsiteY0" fmla="*/ 0 h 87736"/>
                <a:gd name="connsiteX1" fmla="*/ 10653522 w 10653522"/>
                <a:gd name="connsiteY1" fmla="*/ 1588 h 87736"/>
                <a:gd name="connsiteX2" fmla="*/ 10653522 w 10653522"/>
                <a:gd name="connsiteY2" fmla="*/ 87736 h 87736"/>
                <a:gd name="connsiteX3" fmla="*/ 0 w 10653522"/>
                <a:gd name="connsiteY3" fmla="*/ 87736 h 87736"/>
                <a:gd name="connsiteX4" fmla="*/ 33337 w 10653522"/>
                <a:gd name="connsiteY4" fmla="*/ 0 h 87736"/>
                <a:gd name="connsiteX0" fmla="*/ 3175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1750 w 10653522"/>
                <a:gd name="connsiteY4" fmla="*/ 1587 h 86148"/>
                <a:gd name="connsiteX0" fmla="*/ 36512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6512 w 10653522"/>
                <a:gd name="connsiteY4" fmla="*/ 0 h 86149"/>
                <a:gd name="connsiteX0" fmla="*/ 38100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8100 w 10653522"/>
                <a:gd name="connsiteY4" fmla="*/ 0 h 86149"/>
                <a:gd name="csX0" fmla="*/ 43886 w 10653522"/>
                <a:gd name="csY0" fmla="*/ 0 h 86149"/>
                <a:gd name="csX1" fmla="*/ 10653522 w 10653522"/>
                <a:gd name="csY1" fmla="*/ 1 h 86149"/>
                <a:gd name="csX2" fmla="*/ 10653522 w 10653522"/>
                <a:gd name="csY2" fmla="*/ 86149 h 86149"/>
                <a:gd name="csX3" fmla="*/ 0 w 10653522"/>
                <a:gd name="csY3" fmla="*/ 86149 h 86149"/>
                <a:gd name="csX4" fmla="*/ 43886 w 10653522"/>
                <a:gd name="csY4" fmla="*/ 0 h 86149"/>
                <a:gd name="csX0" fmla="*/ 49672 w 10653522"/>
                <a:gd name="csY0" fmla="*/ 0 h 86149"/>
                <a:gd name="csX1" fmla="*/ 10653522 w 10653522"/>
                <a:gd name="csY1" fmla="*/ 1 h 86149"/>
                <a:gd name="csX2" fmla="*/ 10653522 w 10653522"/>
                <a:gd name="csY2" fmla="*/ 86149 h 86149"/>
                <a:gd name="csX3" fmla="*/ 0 w 10653522"/>
                <a:gd name="csY3" fmla="*/ 86149 h 86149"/>
                <a:gd name="csX4" fmla="*/ 49672 w 10653522"/>
                <a:gd name="csY4" fmla="*/ 0 h 86149"/>
                <a:gd name="csX0" fmla="*/ 43992 w 10653522"/>
                <a:gd name="csY0" fmla="*/ 0 h 86149"/>
                <a:gd name="csX1" fmla="*/ 10653522 w 10653522"/>
                <a:gd name="csY1" fmla="*/ 1 h 86149"/>
                <a:gd name="csX2" fmla="*/ 10653522 w 10653522"/>
                <a:gd name="csY2" fmla="*/ 86149 h 86149"/>
                <a:gd name="csX3" fmla="*/ 0 w 10653522"/>
                <a:gd name="csY3" fmla="*/ 86149 h 86149"/>
                <a:gd name="csX4" fmla="*/ 43992 w 10653522"/>
                <a:gd name="csY4" fmla="*/ 0 h 86149"/>
              </a:gdLst>
              <a:ahLst/>
              <a:cxnLst>
                <a:cxn ang="0">
                  <a:pos x="csX0" y="csY0"/>
                </a:cxn>
                <a:cxn ang="0">
                  <a:pos x="csX1" y="csY1"/>
                </a:cxn>
                <a:cxn ang="0">
                  <a:pos x="csX2" y="csY2"/>
                </a:cxn>
                <a:cxn ang="0">
                  <a:pos x="csX3" y="csY3"/>
                </a:cxn>
                <a:cxn ang="0">
                  <a:pos x="csX4" y="csY4"/>
                </a:cxn>
              </a:cxnLst>
              <a:rect l="l" t="t" r="r" b="b"/>
              <a:pathLst>
                <a:path w="10653522" h="86149">
                  <a:moveTo>
                    <a:pt x="43992" y="0"/>
                  </a:moveTo>
                  <a:lnTo>
                    <a:pt x="10653522" y="1"/>
                  </a:lnTo>
                  <a:lnTo>
                    <a:pt x="10653522" y="86149"/>
                  </a:lnTo>
                  <a:lnTo>
                    <a:pt x="0" y="86149"/>
                  </a:lnTo>
                  <a:lnTo>
                    <a:pt x="43992" y="0"/>
                  </a:lnTo>
                  <a:close/>
                </a:path>
              </a:pathLst>
            </a:custGeom>
            <a:solidFill>
              <a:srgbClr val="4E95D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cxnSp>
        <p:nvCxnSpPr>
          <p:cNvPr id="10" name="直線コネクタ 9">
            <a:extLst>
              <a:ext uri="{FF2B5EF4-FFF2-40B4-BE49-F238E27FC236}">
                <a16:creationId xmlns:a16="http://schemas.microsoft.com/office/drawing/2014/main" id="{8E0F4DAE-867C-376F-F95A-52F61012B2EC}"/>
              </a:ext>
            </a:extLst>
          </p:cNvPr>
          <p:cNvCxnSpPr>
            <a:cxnSpLocks/>
          </p:cNvCxnSpPr>
          <p:nvPr userDrawn="1"/>
        </p:nvCxnSpPr>
        <p:spPr>
          <a:xfrm>
            <a:off x="-1" y="6629964"/>
            <a:ext cx="9615425" cy="0"/>
          </a:xfrm>
          <a:prstGeom prst="line">
            <a:avLst/>
          </a:prstGeom>
          <a:ln w="76200">
            <a:solidFill>
              <a:schemeClr val="tx2">
                <a:lumMod val="90000"/>
                <a:lumOff val="10000"/>
              </a:schemeClr>
            </a:solidFill>
          </a:ln>
          <a:effectLst>
            <a:outerShdw blurRad="50800" dist="38100" dir="5400000" algn="t" rotWithShape="0">
              <a:prstClr val="black">
                <a:alpha val="40000"/>
              </a:prstClr>
            </a:outerShdw>
          </a:effectLst>
        </p:spPr>
        <p:style>
          <a:lnRef idx="2">
            <a:schemeClr val="dk1"/>
          </a:lnRef>
          <a:fillRef idx="0">
            <a:schemeClr val="dk1"/>
          </a:fillRef>
          <a:effectRef idx="1">
            <a:schemeClr val="dk1"/>
          </a:effectRef>
          <a:fontRef idx="minor">
            <a:schemeClr val="tx1"/>
          </a:fontRef>
        </p:style>
      </p:cxnSp>
      <p:cxnSp>
        <p:nvCxnSpPr>
          <p:cNvPr id="23" name="直線コネクタ 22">
            <a:extLst>
              <a:ext uri="{FF2B5EF4-FFF2-40B4-BE49-F238E27FC236}">
                <a16:creationId xmlns:a16="http://schemas.microsoft.com/office/drawing/2014/main" id="{8F89EE3A-EA68-FA56-2199-DF6A3A5577AF}"/>
              </a:ext>
            </a:extLst>
          </p:cNvPr>
          <p:cNvCxnSpPr>
            <a:cxnSpLocks/>
          </p:cNvCxnSpPr>
          <p:nvPr userDrawn="1"/>
        </p:nvCxnSpPr>
        <p:spPr>
          <a:xfrm>
            <a:off x="11811000" y="6629964"/>
            <a:ext cx="381000" cy="0"/>
          </a:xfrm>
          <a:prstGeom prst="line">
            <a:avLst/>
          </a:prstGeom>
          <a:ln w="76200">
            <a:solidFill>
              <a:schemeClr val="tx2">
                <a:lumMod val="90000"/>
                <a:lumOff val="10000"/>
              </a:schemeClr>
            </a:solidFill>
          </a:ln>
          <a:effectLst>
            <a:outerShdw blurRad="50800" dist="38100" dir="5400000" algn="t" rotWithShape="0">
              <a:prstClr val="black">
                <a:alpha val="40000"/>
              </a:prstClr>
            </a:outerShdw>
          </a:effectLst>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1873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21" name="スライド番号プレースホルダー 5">
            <a:extLst>
              <a:ext uri="{FF2B5EF4-FFF2-40B4-BE49-F238E27FC236}">
                <a16:creationId xmlns:a16="http://schemas.microsoft.com/office/drawing/2014/main" id="{FCD78E63-1B68-FDBC-0936-D9AF46D5C438}"/>
              </a:ext>
            </a:extLst>
          </p:cNvPr>
          <p:cNvSpPr>
            <a:spLocks noGrp="1"/>
          </p:cNvSpPr>
          <p:nvPr>
            <p:ph type="sldNum" sz="quarter" idx="12"/>
          </p:nvPr>
        </p:nvSpPr>
        <p:spPr>
          <a:xfrm>
            <a:off x="9448800" y="6263449"/>
            <a:ext cx="2743200" cy="365125"/>
          </a:xfrm>
        </p:spPr>
        <p:txBody>
          <a:bodyPr/>
          <a:lstStyle/>
          <a:p>
            <a:fld id="{56C735D2-2AD9-4AB2-91C9-DAA375501A92}" type="slidenum">
              <a:rPr kumimoji="1" lang="ja-JP" altLang="en-US" smtClean="0"/>
              <a:t>‹#›</a:t>
            </a:fld>
            <a:endParaRPr kumimoji="1" lang="ja-JP" altLang="en-US"/>
          </a:p>
        </p:txBody>
      </p:sp>
      <p:pic>
        <p:nvPicPr>
          <p:cNvPr id="26" name="図 25" descr="テキスト&#10;&#10;AI 生成コンテンツは誤りを含む可能性があります。">
            <a:extLst>
              <a:ext uri="{FF2B5EF4-FFF2-40B4-BE49-F238E27FC236}">
                <a16:creationId xmlns:a16="http://schemas.microsoft.com/office/drawing/2014/main" id="{AC9C868F-5E8B-DE67-A7DA-295158B34476}"/>
              </a:ext>
            </a:extLst>
          </p:cNvPr>
          <p:cNvPicPr>
            <a:picLocks noChangeAspect="1"/>
          </p:cNvPicPr>
          <p:nvPr userDrawn="1"/>
        </p:nvPicPr>
        <p:blipFill>
          <a:blip r:embed="rId2">
            <a:extLst>
              <a:ext uri="{28A0092B-C50C-407E-A947-70E740481C1C}">
                <a14:useLocalDpi xmlns:a14="http://schemas.microsoft.com/office/drawing/2010/main" val="0"/>
              </a:ext>
            </a:extLst>
          </a:blip>
          <a:srcRect t="39347" b="39881"/>
          <a:stretch>
            <a:fillRect/>
          </a:stretch>
        </p:blipFill>
        <p:spPr>
          <a:xfrm>
            <a:off x="10135016" y="46987"/>
            <a:ext cx="2056984" cy="427283"/>
          </a:xfrm>
          <a:prstGeom prst="rect">
            <a:avLst/>
          </a:prstGeom>
        </p:spPr>
      </p:pic>
      <p:sp>
        <p:nvSpPr>
          <p:cNvPr id="6" name="タイトル 1">
            <a:extLst>
              <a:ext uri="{FF2B5EF4-FFF2-40B4-BE49-F238E27FC236}">
                <a16:creationId xmlns:a16="http://schemas.microsoft.com/office/drawing/2014/main" id="{F36A0D20-69B9-59C0-0B35-BC7E32F96CE1}"/>
              </a:ext>
            </a:extLst>
          </p:cNvPr>
          <p:cNvSpPr>
            <a:spLocks noGrp="1"/>
          </p:cNvSpPr>
          <p:nvPr>
            <p:ph type="title"/>
          </p:nvPr>
        </p:nvSpPr>
        <p:spPr>
          <a:xfrm>
            <a:off x="1082691" y="31713"/>
            <a:ext cx="10515600" cy="885115"/>
          </a:xfrm>
        </p:spPr>
        <p:txBody>
          <a:bodyPr>
            <a:normAutofit/>
          </a:bodyPr>
          <a:lstStyle>
            <a:lvl1pPr>
              <a:defRPr sz="3200"/>
            </a:lvl1pPr>
          </a:lstStyle>
          <a:p>
            <a:r>
              <a:rPr kumimoji="1" lang="ja-JP" altLang="en-US" dirty="0"/>
              <a:t>マスター タイトルの書式設定</a:t>
            </a:r>
          </a:p>
        </p:txBody>
      </p:sp>
      <p:grpSp>
        <p:nvGrpSpPr>
          <p:cNvPr id="7" name="グループ化 6">
            <a:extLst>
              <a:ext uri="{FF2B5EF4-FFF2-40B4-BE49-F238E27FC236}">
                <a16:creationId xmlns:a16="http://schemas.microsoft.com/office/drawing/2014/main" id="{323CD47C-DAFD-572A-C4DB-6C512BE348E3}"/>
              </a:ext>
            </a:extLst>
          </p:cNvPr>
          <p:cNvGrpSpPr/>
          <p:nvPr userDrawn="1"/>
        </p:nvGrpSpPr>
        <p:grpSpPr>
          <a:xfrm>
            <a:off x="287545" y="31713"/>
            <a:ext cx="11904455" cy="862995"/>
            <a:chOff x="287545" y="37322"/>
            <a:chExt cx="11904455" cy="862995"/>
          </a:xfrm>
        </p:grpSpPr>
        <p:sp>
          <p:nvSpPr>
            <p:cNvPr id="8" name="矢印: 山形 7">
              <a:extLst>
                <a:ext uri="{FF2B5EF4-FFF2-40B4-BE49-F238E27FC236}">
                  <a16:creationId xmlns:a16="http://schemas.microsoft.com/office/drawing/2014/main" id="{4119DA1D-A174-FD08-3708-47BDB8137E5C}"/>
                </a:ext>
              </a:extLst>
            </p:cNvPr>
            <p:cNvSpPr/>
            <p:nvPr userDrawn="1"/>
          </p:nvSpPr>
          <p:spPr>
            <a:xfrm>
              <a:off x="335550" y="37322"/>
              <a:ext cx="437389" cy="780742"/>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矢印: 山形 8">
              <a:extLst>
                <a:ext uri="{FF2B5EF4-FFF2-40B4-BE49-F238E27FC236}">
                  <a16:creationId xmlns:a16="http://schemas.microsoft.com/office/drawing/2014/main" id="{3356F3D5-46C4-0ECD-1E33-F32AAF908549}"/>
                </a:ext>
              </a:extLst>
            </p:cNvPr>
            <p:cNvSpPr/>
            <p:nvPr userDrawn="1"/>
          </p:nvSpPr>
          <p:spPr>
            <a:xfrm>
              <a:off x="619505" y="37322"/>
              <a:ext cx="437390" cy="780742"/>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 name="正方形/長方形 9">
              <a:extLst>
                <a:ext uri="{FF2B5EF4-FFF2-40B4-BE49-F238E27FC236}">
                  <a16:creationId xmlns:a16="http://schemas.microsoft.com/office/drawing/2014/main" id="{3F63B315-B5B0-D69D-C08B-B3F8CA6BB09A}"/>
                </a:ext>
              </a:extLst>
            </p:cNvPr>
            <p:cNvSpPr/>
            <p:nvPr userDrawn="1"/>
          </p:nvSpPr>
          <p:spPr>
            <a:xfrm>
              <a:off x="287545" y="815897"/>
              <a:ext cx="11904455" cy="84420"/>
            </a:xfrm>
            <a:custGeom>
              <a:avLst/>
              <a:gdLst>
                <a:gd name="connsiteX0" fmla="*/ 0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0 w 10653522"/>
                <a:gd name="connsiteY4" fmla="*/ 0 h 86148"/>
                <a:gd name="connsiteX0" fmla="*/ 28575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28575 w 10653522"/>
                <a:gd name="connsiteY4" fmla="*/ 0 h 86148"/>
                <a:gd name="connsiteX0" fmla="*/ 44450 w 10653522"/>
                <a:gd name="connsiteY0" fmla="*/ 3175 h 86148"/>
                <a:gd name="connsiteX1" fmla="*/ 10653522 w 10653522"/>
                <a:gd name="connsiteY1" fmla="*/ 0 h 86148"/>
                <a:gd name="connsiteX2" fmla="*/ 10653522 w 10653522"/>
                <a:gd name="connsiteY2" fmla="*/ 86148 h 86148"/>
                <a:gd name="connsiteX3" fmla="*/ 0 w 10653522"/>
                <a:gd name="connsiteY3" fmla="*/ 86148 h 86148"/>
                <a:gd name="connsiteX4" fmla="*/ 44450 w 10653522"/>
                <a:gd name="connsiteY4" fmla="*/ 3175 h 86148"/>
                <a:gd name="connsiteX0" fmla="*/ 3810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8100 w 10653522"/>
                <a:gd name="connsiteY4" fmla="*/ 1587 h 86148"/>
                <a:gd name="connsiteX0" fmla="*/ 33337 w 10653522"/>
                <a:gd name="connsiteY0" fmla="*/ 0 h 87736"/>
                <a:gd name="connsiteX1" fmla="*/ 10653522 w 10653522"/>
                <a:gd name="connsiteY1" fmla="*/ 1588 h 87736"/>
                <a:gd name="connsiteX2" fmla="*/ 10653522 w 10653522"/>
                <a:gd name="connsiteY2" fmla="*/ 87736 h 87736"/>
                <a:gd name="connsiteX3" fmla="*/ 0 w 10653522"/>
                <a:gd name="connsiteY3" fmla="*/ 87736 h 87736"/>
                <a:gd name="connsiteX4" fmla="*/ 33337 w 10653522"/>
                <a:gd name="connsiteY4" fmla="*/ 0 h 87736"/>
                <a:gd name="connsiteX0" fmla="*/ 3175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1750 w 10653522"/>
                <a:gd name="connsiteY4" fmla="*/ 1587 h 86148"/>
                <a:gd name="connsiteX0" fmla="*/ 36512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6512 w 10653522"/>
                <a:gd name="connsiteY4" fmla="*/ 0 h 86149"/>
                <a:gd name="connsiteX0" fmla="*/ 38100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8100 w 10653522"/>
                <a:gd name="connsiteY4" fmla="*/ 0 h 86149"/>
                <a:gd name="csX0" fmla="*/ 43886 w 10653522"/>
                <a:gd name="csY0" fmla="*/ 0 h 86149"/>
                <a:gd name="csX1" fmla="*/ 10653522 w 10653522"/>
                <a:gd name="csY1" fmla="*/ 1 h 86149"/>
                <a:gd name="csX2" fmla="*/ 10653522 w 10653522"/>
                <a:gd name="csY2" fmla="*/ 86149 h 86149"/>
                <a:gd name="csX3" fmla="*/ 0 w 10653522"/>
                <a:gd name="csY3" fmla="*/ 86149 h 86149"/>
                <a:gd name="csX4" fmla="*/ 43886 w 10653522"/>
                <a:gd name="csY4" fmla="*/ 0 h 86149"/>
                <a:gd name="csX0" fmla="*/ 49672 w 10653522"/>
                <a:gd name="csY0" fmla="*/ 0 h 86149"/>
                <a:gd name="csX1" fmla="*/ 10653522 w 10653522"/>
                <a:gd name="csY1" fmla="*/ 1 h 86149"/>
                <a:gd name="csX2" fmla="*/ 10653522 w 10653522"/>
                <a:gd name="csY2" fmla="*/ 86149 h 86149"/>
                <a:gd name="csX3" fmla="*/ 0 w 10653522"/>
                <a:gd name="csY3" fmla="*/ 86149 h 86149"/>
                <a:gd name="csX4" fmla="*/ 49672 w 10653522"/>
                <a:gd name="csY4" fmla="*/ 0 h 86149"/>
                <a:gd name="csX0" fmla="*/ 43992 w 10653522"/>
                <a:gd name="csY0" fmla="*/ 0 h 86149"/>
                <a:gd name="csX1" fmla="*/ 10653522 w 10653522"/>
                <a:gd name="csY1" fmla="*/ 1 h 86149"/>
                <a:gd name="csX2" fmla="*/ 10653522 w 10653522"/>
                <a:gd name="csY2" fmla="*/ 86149 h 86149"/>
                <a:gd name="csX3" fmla="*/ 0 w 10653522"/>
                <a:gd name="csY3" fmla="*/ 86149 h 86149"/>
                <a:gd name="csX4" fmla="*/ 43992 w 10653522"/>
                <a:gd name="csY4" fmla="*/ 0 h 86149"/>
              </a:gdLst>
              <a:ahLst/>
              <a:cxnLst>
                <a:cxn ang="0">
                  <a:pos x="csX0" y="csY0"/>
                </a:cxn>
                <a:cxn ang="0">
                  <a:pos x="csX1" y="csY1"/>
                </a:cxn>
                <a:cxn ang="0">
                  <a:pos x="csX2" y="csY2"/>
                </a:cxn>
                <a:cxn ang="0">
                  <a:pos x="csX3" y="csY3"/>
                </a:cxn>
                <a:cxn ang="0">
                  <a:pos x="csX4" y="csY4"/>
                </a:cxn>
              </a:cxnLst>
              <a:rect l="l" t="t" r="r" b="b"/>
              <a:pathLst>
                <a:path w="10653522" h="86149">
                  <a:moveTo>
                    <a:pt x="43992" y="0"/>
                  </a:moveTo>
                  <a:lnTo>
                    <a:pt x="10653522" y="1"/>
                  </a:lnTo>
                  <a:lnTo>
                    <a:pt x="10653522" y="86149"/>
                  </a:lnTo>
                  <a:lnTo>
                    <a:pt x="0" y="86149"/>
                  </a:lnTo>
                  <a:lnTo>
                    <a:pt x="43992" y="0"/>
                  </a:lnTo>
                  <a:close/>
                </a:path>
              </a:pathLst>
            </a:custGeom>
            <a:solidFill>
              <a:srgbClr val="4E95D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 name="テキスト ボックス 1">
            <a:extLst>
              <a:ext uri="{FF2B5EF4-FFF2-40B4-BE49-F238E27FC236}">
                <a16:creationId xmlns:a16="http://schemas.microsoft.com/office/drawing/2014/main" id="{4AA6DA0E-9F71-822B-02A2-F4099BB438B2}"/>
              </a:ext>
            </a:extLst>
          </p:cNvPr>
          <p:cNvSpPr txBox="1"/>
          <p:nvPr userDrawn="1"/>
        </p:nvSpPr>
        <p:spPr>
          <a:xfrm>
            <a:off x="8439036" y="471734"/>
            <a:ext cx="3778760" cy="338554"/>
          </a:xfrm>
          <a:prstGeom prst="rect">
            <a:avLst/>
          </a:prstGeom>
          <a:noFill/>
        </p:spPr>
        <p:txBody>
          <a:bodyPr wrap="square" rtlCol="0">
            <a:spAutoFit/>
          </a:bodyPr>
          <a:lstStyle/>
          <a:p>
            <a:r>
              <a:rPr kumimoji="1" lang="en-US" altLang="ja-JP" sz="1600" b="1" dirty="0"/>
              <a:t>Tokyo Metropolitan University #C24</a:t>
            </a:r>
            <a:endParaRPr kumimoji="1" lang="ja-JP" altLang="en-US" sz="1600" b="1" dirty="0"/>
          </a:p>
        </p:txBody>
      </p:sp>
      <p:sp>
        <p:nvSpPr>
          <p:cNvPr id="11" name="コンテンツ プレースホルダー 2">
            <a:extLst>
              <a:ext uri="{FF2B5EF4-FFF2-40B4-BE49-F238E27FC236}">
                <a16:creationId xmlns:a16="http://schemas.microsoft.com/office/drawing/2014/main" id="{A75CBFF0-3630-BB59-A95C-B16FE2503BF9}"/>
              </a:ext>
            </a:extLst>
          </p:cNvPr>
          <p:cNvSpPr>
            <a:spLocks noGrp="1"/>
          </p:cNvSpPr>
          <p:nvPr>
            <p:ph idx="1"/>
          </p:nvPr>
        </p:nvSpPr>
        <p:spPr>
          <a:xfrm>
            <a:off x="335550" y="1100942"/>
            <a:ext cx="11460210" cy="5443213"/>
          </a:xfrm>
        </p:spPr>
        <p:txBody>
          <a:bodyPr>
            <a:normAutofit/>
          </a:bodyPr>
          <a:lstStyle>
            <a:lvl1pPr>
              <a:buNone/>
              <a:defRPr sz="1600"/>
            </a:lvl1pPr>
          </a:lstStyle>
          <a:p>
            <a:pPr lvl="0"/>
            <a:endParaRPr kumimoji="1" lang="ja-JP" altLang="en-US" dirty="0"/>
          </a:p>
        </p:txBody>
      </p:sp>
    </p:spTree>
    <p:extLst>
      <p:ext uri="{BB962C8B-B14F-4D97-AF65-F5344CB8AC3E}">
        <p14:creationId xmlns:p14="http://schemas.microsoft.com/office/powerpoint/2010/main" val="119628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BAA1F2-66DB-1FF2-F861-BF2D8752A11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0E0AC22-DBF8-3EE2-AE24-5507437353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D5766D7-614B-94DA-0C28-863D5B2652F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F7CC300-9DA2-F998-3548-F1C01403DE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3E10214-DE77-F170-AA5F-B8A2B19BD7A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C0C0F2D-8F3C-73A3-E660-FA3756B72B0C}"/>
              </a:ext>
            </a:extLst>
          </p:cNvPr>
          <p:cNvSpPr>
            <a:spLocks noGrp="1"/>
          </p:cNvSpPr>
          <p:nvPr>
            <p:ph type="dt" sz="half" idx="10"/>
          </p:nvPr>
        </p:nvSpPr>
        <p:spPr/>
        <p:txBody>
          <a:bodyPr/>
          <a:lstStyle/>
          <a:p>
            <a:fld id="{4264D060-8133-4A46-91C4-B3F3520A110D}" type="datetimeFigureOut">
              <a:rPr kumimoji="1" lang="ja-JP" altLang="en-US" smtClean="0"/>
              <a:t>2026/5/7</a:t>
            </a:fld>
            <a:endParaRPr kumimoji="1" lang="ja-JP" altLang="en-US"/>
          </a:p>
        </p:txBody>
      </p:sp>
      <p:sp>
        <p:nvSpPr>
          <p:cNvPr id="8" name="フッター プレースホルダー 7">
            <a:extLst>
              <a:ext uri="{FF2B5EF4-FFF2-40B4-BE49-F238E27FC236}">
                <a16:creationId xmlns:a16="http://schemas.microsoft.com/office/drawing/2014/main" id="{624E0F2D-546A-EC3D-FB2C-F8C9F0A39D1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E55E62E-4625-59E2-8BB9-366B6AFDEE54}"/>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2414867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BE30A7-828F-CC2D-60BF-173188D6CB3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09298BC-17C9-10D6-6AB4-37A89C8936FF}"/>
              </a:ext>
            </a:extLst>
          </p:cNvPr>
          <p:cNvSpPr>
            <a:spLocks noGrp="1"/>
          </p:cNvSpPr>
          <p:nvPr>
            <p:ph type="dt" sz="half" idx="10"/>
          </p:nvPr>
        </p:nvSpPr>
        <p:spPr/>
        <p:txBody>
          <a:bodyPr/>
          <a:lstStyle/>
          <a:p>
            <a:fld id="{4264D060-8133-4A46-91C4-B3F3520A110D}" type="datetimeFigureOut">
              <a:rPr kumimoji="1" lang="ja-JP" altLang="en-US" smtClean="0"/>
              <a:t>2026/5/7</a:t>
            </a:fld>
            <a:endParaRPr kumimoji="1" lang="ja-JP" altLang="en-US"/>
          </a:p>
        </p:txBody>
      </p:sp>
      <p:sp>
        <p:nvSpPr>
          <p:cNvPr id="4" name="フッター プレースホルダー 3">
            <a:extLst>
              <a:ext uri="{FF2B5EF4-FFF2-40B4-BE49-F238E27FC236}">
                <a16:creationId xmlns:a16="http://schemas.microsoft.com/office/drawing/2014/main" id="{8BFBCF83-0338-2574-6486-5678E52B8AF8}"/>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B912BE4-C232-4B3D-E9C8-0FCE6182D0A5}"/>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1577440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4A48B63-2001-691D-9DED-C0F118BBDA7D}"/>
              </a:ext>
            </a:extLst>
          </p:cNvPr>
          <p:cNvSpPr>
            <a:spLocks noGrp="1"/>
          </p:cNvSpPr>
          <p:nvPr>
            <p:ph type="dt" sz="half" idx="10"/>
          </p:nvPr>
        </p:nvSpPr>
        <p:spPr/>
        <p:txBody>
          <a:bodyPr/>
          <a:lstStyle/>
          <a:p>
            <a:fld id="{4264D060-8133-4A46-91C4-B3F3520A110D}" type="datetimeFigureOut">
              <a:rPr kumimoji="1" lang="ja-JP" altLang="en-US" smtClean="0"/>
              <a:t>2026/5/7</a:t>
            </a:fld>
            <a:endParaRPr kumimoji="1" lang="ja-JP" altLang="en-US"/>
          </a:p>
        </p:txBody>
      </p:sp>
      <p:sp>
        <p:nvSpPr>
          <p:cNvPr id="3" name="フッター プレースホルダー 2">
            <a:extLst>
              <a:ext uri="{FF2B5EF4-FFF2-40B4-BE49-F238E27FC236}">
                <a16:creationId xmlns:a16="http://schemas.microsoft.com/office/drawing/2014/main" id="{F959EAA5-F957-AED1-B63F-6FA3B4D6C38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B0C72B-E445-1A07-DB98-9C5A6DF121FD}"/>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1932086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4A563B-3EA7-DC33-850D-C5A82F3BC15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9DE138D-7CA6-E350-621A-62A2B0141F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C6C41CD-A85A-5C7A-A64C-7637D482B2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0175004-67F4-C977-B2C2-2C395E623CC3}"/>
              </a:ext>
            </a:extLst>
          </p:cNvPr>
          <p:cNvSpPr>
            <a:spLocks noGrp="1"/>
          </p:cNvSpPr>
          <p:nvPr>
            <p:ph type="dt" sz="half" idx="10"/>
          </p:nvPr>
        </p:nvSpPr>
        <p:spPr/>
        <p:txBody>
          <a:bodyPr/>
          <a:lstStyle/>
          <a:p>
            <a:fld id="{4264D060-8133-4A46-91C4-B3F3520A110D}" type="datetimeFigureOut">
              <a:rPr kumimoji="1" lang="ja-JP" altLang="en-US" smtClean="0"/>
              <a:t>2026/5/7</a:t>
            </a:fld>
            <a:endParaRPr kumimoji="1" lang="ja-JP" altLang="en-US"/>
          </a:p>
        </p:txBody>
      </p:sp>
      <p:sp>
        <p:nvSpPr>
          <p:cNvPr id="6" name="フッター プレースホルダー 5">
            <a:extLst>
              <a:ext uri="{FF2B5EF4-FFF2-40B4-BE49-F238E27FC236}">
                <a16:creationId xmlns:a16="http://schemas.microsoft.com/office/drawing/2014/main" id="{2E52B3CA-9A2E-8A04-E901-583156C36C2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C25AFDA-329C-7F85-4AAF-F2262E15FE9A}"/>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1199099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4FD402-1447-B49A-2361-F5804EC4319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D1B6CDF-100D-52E5-9552-4B068564EF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E65BF2C-E8F5-DD01-AF7A-75CC192CF6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1E9A260-9E4E-8830-3AEF-96386D2DF278}"/>
              </a:ext>
            </a:extLst>
          </p:cNvPr>
          <p:cNvSpPr>
            <a:spLocks noGrp="1"/>
          </p:cNvSpPr>
          <p:nvPr>
            <p:ph type="dt" sz="half" idx="10"/>
          </p:nvPr>
        </p:nvSpPr>
        <p:spPr/>
        <p:txBody>
          <a:bodyPr/>
          <a:lstStyle/>
          <a:p>
            <a:fld id="{4264D060-8133-4A46-91C4-B3F3520A110D}" type="datetimeFigureOut">
              <a:rPr kumimoji="1" lang="ja-JP" altLang="en-US" smtClean="0"/>
              <a:t>2026/5/7</a:t>
            </a:fld>
            <a:endParaRPr kumimoji="1" lang="ja-JP" altLang="en-US"/>
          </a:p>
        </p:txBody>
      </p:sp>
      <p:sp>
        <p:nvSpPr>
          <p:cNvPr id="6" name="フッター プレースホルダー 5">
            <a:extLst>
              <a:ext uri="{FF2B5EF4-FFF2-40B4-BE49-F238E27FC236}">
                <a16:creationId xmlns:a16="http://schemas.microsoft.com/office/drawing/2014/main" id="{554E7B1A-24CA-43A1-1548-0EB9B17C658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BCD3C03-0814-E87A-5CA5-A0498E80E4C0}"/>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1381021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936D40-7B23-7204-11DD-C7C45186319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9FA96F4-90A0-3BE9-8FC4-C26510FA55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C277CE6-5DD1-EDF8-2142-892657955149}"/>
              </a:ext>
            </a:extLst>
          </p:cNvPr>
          <p:cNvSpPr>
            <a:spLocks noGrp="1"/>
          </p:cNvSpPr>
          <p:nvPr>
            <p:ph type="dt" sz="half" idx="10"/>
          </p:nvPr>
        </p:nvSpPr>
        <p:spPr/>
        <p:txBody>
          <a:bodyPr/>
          <a:lstStyle/>
          <a:p>
            <a:fld id="{4264D060-8133-4A46-91C4-B3F3520A110D}" type="datetimeFigureOut">
              <a:rPr kumimoji="1" lang="ja-JP" altLang="en-US" smtClean="0"/>
              <a:t>2026/5/7</a:t>
            </a:fld>
            <a:endParaRPr kumimoji="1" lang="ja-JP" altLang="en-US"/>
          </a:p>
        </p:txBody>
      </p:sp>
      <p:sp>
        <p:nvSpPr>
          <p:cNvPr id="5" name="フッター プレースホルダー 4">
            <a:extLst>
              <a:ext uri="{FF2B5EF4-FFF2-40B4-BE49-F238E27FC236}">
                <a16:creationId xmlns:a16="http://schemas.microsoft.com/office/drawing/2014/main" id="{767A1F84-2310-F6EA-726F-37FE0FFA3E4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C2C90B5-5077-CFD0-2F81-D94ACD9FFA38}"/>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4018384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2E02BF8-743A-84DF-DB82-78EAEDB0022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E3FA70F-353A-F505-9BF2-58667DA2B9B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EE828E2-29D0-BE64-3610-9367B87EFB13}"/>
              </a:ext>
            </a:extLst>
          </p:cNvPr>
          <p:cNvSpPr>
            <a:spLocks noGrp="1"/>
          </p:cNvSpPr>
          <p:nvPr>
            <p:ph type="dt" sz="half" idx="10"/>
          </p:nvPr>
        </p:nvSpPr>
        <p:spPr/>
        <p:txBody>
          <a:bodyPr/>
          <a:lstStyle/>
          <a:p>
            <a:fld id="{4264D060-8133-4A46-91C4-B3F3520A110D}" type="datetimeFigureOut">
              <a:rPr kumimoji="1" lang="ja-JP" altLang="en-US" smtClean="0"/>
              <a:t>2026/5/7</a:t>
            </a:fld>
            <a:endParaRPr kumimoji="1" lang="ja-JP" altLang="en-US"/>
          </a:p>
        </p:txBody>
      </p:sp>
      <p:sp>
        <p:nvSpPr>
          <p:cNvPr id="5" name="フッター プレースホルダー 4">
            <a:extLst>
              <a:ext uri="{FF2B5EF4-FFF2-40B4-BE49-F238E27FC236}">
                <a16:creationId xmlns:a16="http://schemas.microsoft.com/office/drawing/2014/main" id="{5DDF7D51-359B-2456-30C2-AE60E074ACC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99D7B2A-301E-BE3E-82EE-3DC38D07C983}"/>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4143799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D1959FD-EAC9-0BB4-FDB6-CB9ECEE91648}"/>
              </a:ext>
            </a:extLst>
          </p:cNvPr>
          <p:cNvSpPr>
            <a:spLocks noGrp="1"/>
          </p:cNvSpPr>
          <p:nvPr>
            <p:ph type="title"/>
          </p:nvPr>
        </p:nvSpPr>
        <p:spPr>
          <a:xfrm>
            <a:off x="1676400" y="282702"/>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2D3CF71-2D9C-0894-1AAB-9605E9A067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7C61BC02-3CCB-40CE-5381-C193707CA6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64D060-8133-4A46-91C4-B3F3520A110D}" type="datetimeFigureOut">
              <a:rPr kumimoji="1" lang="ja-JP" altLang="en-US" smtClean="0"/>
              <a:t>2026/5/7</a:t>
            </a:fld>
            <a:endParaRPr kumimoji="1" lang="ja-JP" altLang="en-US"/>
          </a:p>
        </p:txBody>
      </p:sp>
      <p:sp>
        <p:nvSpPr>
          <p:cNvPr id="5" name="フッター プレースホルダー 4">
            <a:extLst>
              <a:ext uri="{FF2B5EF4-FFF2-40B4-BE49-F238E27FC236}">
                <a16:creationId xmlns:a16="http://schemas.microsoft.com/office/drawing/2014/main" id="{E79A3DA8-3428-49E0-FC82-6A827A50AD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dirty="0"/>
          </a:p>
        </p:txBody>
      </p:sp>
      <p:sp>
        <p:nvSpPr>
          <p:cNvPr id="6" name="スライド番号プレースホルダー 5">
            <a:extLst>
              <a:ext uri="{FF2B5EF4-FFF2-40B4-BE49-F238E27FC236}">
                <a16:creationId xmlns:a16="http://schemas.microsoft.com/office/drawing/2014/main" id="{EAC962D1-C988-251E-289C-11C47036A7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4244328563"/>
      </p:ext>
    </p:extLst>
  </p:cSld>
  <p:clrMap bg1="lt1" tx1="dk1" bg2="lt2" tx2="dk2" accent1="accent1" accent2="accent2" accent3="accent3" accent4="accent4" accent5="accent5" accent6="accent6" hlink="hlink" folHlink="folHlink"/>
  <p:sldLayoutIdLst>
    <p:sldLayoutId id="2147483721" r:id="rId1"/>
    <p:sldLayoutId id="2147483723" r:id="rId2"/>
    <p:sldLayoutId id="2147483722"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kumimoji="1" sz="4400" b="0" u="none"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24771-DA2B-C7F4-61B8-85A39EEB70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6AB4F6-9DEB-A061-DC0C-6E5A1CBCF9E1}"/>
              </a:ext>
            </a:extLst>
          </p:cNvPr>
          <p:cNvSpPr>
            <a:spLocks noGrp="1"/>
          </p:cNvSpPr>
          <p:nvPr>
            <p:ph type="title"/>
          </p:nvPr>
        </p:nvSpPr>
        <p:spPr/>
        <p:txBody>
          <a:bodyPr wrap="square"/>
          <a:lstStyle/>
          <a:p>
            <a:r>
              <a:rPr sz="4000" b="1" dirty="0">
                <a:latin typeface="游ゴシック"/>
                <a:ea typeface="游ゴシック"/>
                <a:cs typeface="游ゴシック"/>
              </a:rPr>
              <a:t>Aerodynamics</a:t>
            </a:r>
            <a:endParaRPr kumimoji="1" lang="ja-JP" altLang="en-US" dirty="0"/>
          </a:p>
        </p:txBody>
      </p:sp>
      <p:sp>
        <p:nvSpPr>
          <p:cNvPr id="7" name="テキスト ボックス 6">
            <a:extLst>
              <a:ext uri="{FF2B5EF4-FFF2-40B4-BE49-F238E27FC236}">
                <a16:creationId xmlns:a16="http://schemas.microsoft.com/office/drawing/2014/main" id="{16D445E6-D8B2-CEFE-6CAB-A83CCF47C13E}"/>
              </a:ext>
            </a:extLst>
          </p:cNvPr>
          <p:cNvSpPr txBox="1"/>
          <p:nvPr/>
        </p:nvSpPr>
        <p:spPr>
          <a:xfrm>
            <a:off x="138228" y="907916"/>
            <a:ext cx="5028132" cy="461665"/>
          </a:xfrm>
          <a:prstGeom prst="rect">
            <a:avLst/>
          </a:prstGeom>
          <a:noFill/>
        </p:spPr>
        <p:txBody>
          <a:bodyPr wrap="square" rtlCol="0">
            <a:spAutoFit/>
          </a:bodyPr>
          <a:lstStyle/>
          <a:p>
            <a:r>
              <a:rPr sz="2400" b="1" dirty="0">
                <a:latin typeface="游ゴシック"/>
                <a:ea typeface="游ゴシック"/>
                <a:cs typeface="游ゴシック"/>
              </a:rPr>
              <a:t>Aerodynamic Device Overview</a:t>
            </a:r>
            <a:endParaRPr kumimoji="1" lang="ja-JP" altLang="en-US" sz="2400" b="1" dirty="0"/>
          </a:p>
        </p:txBody>
      </p:sp>
      <p:sp>
        <p:nvSpPr>
          <p:cNvPr id="9" name="テキスト ボックス 8">
            <a:extLst>
              <a:ext uri="{FF2B5EF4-FFF2-40B4-BE49-F238E27FC236}">
                <a16:creationId xmlns:a16="http://schemas.microsoft.com/office/drawing/2014/main" id="{155773DE-7AE0-3FAE-1DD1-5B8C5E064532}"/>
              </a:ext>
            </a:extLst>
          </p:cNvPr>
          <p:cNvSpPr txBox="1"/>
          <p:nvPr/>
        </p:nvSpPr>
        <p:spPr>
          <a:xfrm>
            <a:off x="138227" y="1283427"/>
            <a:ext cx="7167141" cy="1323439"/>
          </a:xfrm>
          <a:prstGeom prst="rect">
            <a:avLst/>
          </a:prstGeom>
          <a:noFill/>
          <a:ln>
            <a:solidFill>
              <a:srgbClr val="4E95D9"/>
            </a:solidFill>
          </a:ln>
        </p:spPr>
        <p:txBody>
          <a:bodyPr wrap="square" rtlCol="0">
            <a:spAutoFit/>
          </a:bodyPr>
          <a:lstStyle/>
          <a:p>
            <a:r>
              <a:rPr sz="1600" b="1" dirty="0">
                <a:latin typeface="游ゴシック"/>
                <a:ea typeface="游ゴシック"/>
                <a:cs typeface="游ゴシック"/>
              </a:rPr>
              <a:t>0.1 Why aerodynamic devices were adopted</a:t>
            </a:r>
            <a:endParaRPr kumimoji="1" lang="en-US" altLang="ja-JP" sz="1600" dirty="0"/>
          </a:p>
          <a:p>
            <a:r>
              <a:rPr sz="1600" b="0" dirty="0">
                <a:latin typeface="游ゴシック"/>
                <a:ea typeface="游ゴシック"/>
                <a:cs typeface="游ゴシック"/>
              </a:rPr>
              <a:t>Aerodynamic devices were introduced to achieve sharper vehicle behavior.</a:t>
            </a:r>
          </a:p>
          <a:p>
            <a:r>
              <a:rPr sz="1600" b="0" dirty="0">
                <a:latin typeface="游ゴシック"/>
                <a:ea typeface="游ゴシック"/>
                <a:cs typeface="游ゴシック"/>
              </a:rPr>
              <a:t>1. Simulation showed that downforce gains outweigh the added weight.</a:t>
            </a:r>
          </a:p>
          <a:p>
            <a:r>
              <a:rPr sz="1600" b="0" dirty="0">
                <a:latin typeface="游ゴシック"/>
                <a:ea typeface="游ゴシック"/>
                <a:cs typeface="游ゴシック"/>
              </a:rPr>
              <a:t>2. The team had enough members to develop and manufacture them.</a:t>
            </a:r>
          </a:p>
          <a:p>
            <a:r>
              <a:rPr sz="1600" b="0" dirty="0">
                <a:latin typeface="游ゴシック"/>
                <a:ea typeface="游ゴシック"/>
                <a:cs typeface="游ゴシック"/>
              </a:rPr>
              <a:t>3. Production tests were completed last year, so preparation was ready</a:t>
            </a:r>
          </a:p>
        </p:txBody>
      </p:sp>
      <p:sp>
        <p:nvSpPr>
          <p:cNvPr id="5" name="四角形: 角を丸くする 4">
            <a:extLst>
              <a:ext uri="{FF2B5EF4-FFF2-40B4-BE49-F238E27FC236}">
                <a16:creationId xmlns:a16="http://schemas.microsoft.com/office/drawing/2014/main" id="{428FD632-EA39-7B8C-48E3-497E3AEFF664}"/>
              </a:ext>
            </a:extLst>
          </p:cNvPr>
          <p:cNvSpPr/>
          <p:nvPr/>
        </p:nvSpPr>
        <p:spPr>
          <a:xfrm>
            <a:off x="18154" y="2698867"/>
            <a:ext cx="6391882" cy="2303443"/>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C09722B6-89CC-FA00-C4FC-226C4F8C296A}"/>
              </a:ext>
            </a:extLst>
          </p:cNvPr>
          <p:cNvSpPr txBox="1"/>
          <p:nvPr/>
        </p:nvSpPr>
        <p:spPr>
          <a:xfrm>
            <a:off x="198607" y="2696277"/>
            <a:ext cx="5936911" cy="2092881"/>
          </a:xfrm>
          <a:prstGeom prst="rect">
            <a:avLst/>
          </a:prstGeom>
          <a:noFill/>
        </p:spPr>
        <p:txBody>
          <a:bodyPr wrap="square" rtlCol="0">
            <a:spAutoFit/>
          </a:bodyPr>
          <a:lstStyle/>
          <a:p>
            <a:r>
              <a:rPr sz="1600" b="1" dirty="0">
                <a:latin typeface="游ゴシック"/>
                <a:ea typeface="游ゴシック"/>
                <a:cs typeface="游ゴシック"/>
              </a:rPr>
              <a:t>0.2 Development targets</a:t>
            </a:r>
            <a:endParaRPr lang="en-US" altLang="ja-JP" b="1" u="sng" dirty="0"/>
          </a:p>
          <a:p>
            <a:r>
              <a:rPr sz="1600" b="0" dirty="0">
                <a:latin typeface="游ゴシック"/>
                <a:ea typeface="游ゴシック"/>
                <a:cs typeface="游ゴシック"/>
              </a:rPr>
              <a:t>For the first aero package, the design focused on four targets:</a:t>
            </a:r>
          </a:p>
          <a:p>
            <a:r>
              <a:rPr sz="1600" b="0" dirty="0">
                <a:latin typeface="游ゴシック"/>
                <a:ea typeface="游ゴシック"/>
                <a:cs typeface="游ゴシック"/>
              </a:rPr>
              <a:t>1. Easy-to-manufacture geometry.</a:t>
            </a:r>
          </a:p>
          <a:p>
            <a:r>
              <a:rPr sz="1600" b="0" dirty="0">
                <a:latin typeface="游ゴシック"/>
                <a:ea typeface="游ゴシック"/>
                <a:cs typeface="游ゴシック"/>
              </a:rPr>
              <a:t>2. Sufficient downforce.</a:t>
            </a:r>
          </a:p>
          <a:p>
            <a:r>
              <a:rPr sz="1600" b="0" dirty="0">
                <a:latin typeface="游ゴシック"/>
                <a:ea typeface="游ゴシック"/>
                <a:cs typeface="游ゴシック"/>
              </a:rPr>
              <a:t>3. Strength against failure.</a:t>
            </a:r>
          </a:p>
          <a:p>
            <a:r>
              <a:rPr sz="1600" b="0" dirty="0">
                <a:latin typeface="游ゴシック"/>
                <a:ea typeface="游ゴシック"/>
                <a:cs typeface="游ゴシック"/>
              </a:rPr>
              <a:t>4. Weight reduction, while prioritizing manufacturability.</a:t>
            </a:r>
          </a:p>
        </p:txBody>
      </p:sp>
      <p:sp>
        <p:nvSpPr>
          <p:cNvPr id="3" name="四角形: 角を丸くする 4">
            <a:extLst>
              <a:ext uri="{FF2B5EF4-FFF2-40B4-BE49-F238E27FC236}">
                <a16:creationId xmlns:a16="http://schemas.microsoft.com/office/drawing/2014/main" id="{93040181-E2A7-0372-9D27-4D4D05D74C12}"/>
              </a:ext>
            </a:extLst>
          </p:cNvPr>
          <p:cNvSpPr/>
          <p:nvPr/>
        </p:nvSpPr>
        <p:spPr>
          <a:xfrm>
            <a:off x="28053" y="5002310"/>
            <a:ext cx="6381983" cy="1509669"/>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A4EA7266-A7C2-FBA1-2964-03E2B96D7CBF}"/>
              </a:ext>
            </a:extLst>
          </p:cNvPr>
          <p:cNvSpPr txBox="1"/>
          <p:nvPr/>
        </p:nvSpPr>
        <p:spPr>
          <a:xfrm>
            <a:off x="208507" y="5052728"/>
            <a:ext cx="6201530" cy="1323439"/>
          </a:xfrm>
          <a:prstGeom prst="rect">
            <a:avLst/>
          </a:prstGeom>
          <a:noFill/>
        </p:spPr>
        <p:txBody>
          <a:bodyPr wrap="square" rtlCol="0">
            <a:spAutoFit/>
          </a:bodyPr>
          <a:lstStyle/>
          <a:p>
            <a:r>
              <a:rPr sz="1600" b="1" dirty="0">
                <a:latin typeface="游ゴシック"/>
                <a:ea typeface="游ゴシック"/>
                <a:cs typeface="游ゴシック"/>
              </a:rPr>
              <a:t>0.3 Development risk management</a:t>
            </a:r>
            <a:endParaRPr lang="en-US" altLang="ja-JP" b="1" u="sng" dirty="0"/>
          </a:p>
          <a:p>
            <a:r>
              <a:rPr sz="1600" b="0" dirty="0">
                <a:latin typeface="游ゴシック"/>
                <a:ea typeface="游ゴシック"/>
                <a:cs typeface="游ゴシック"/>
              </a:rPr>
              <a:t>As the first aero package, this work could affect the whole vehicle schedule. To control risk and workload, development would stop immediately if SES approval was delayed or a critical issue occurred.</a:t>
            </a:r>
          </a:p>
        </p:txBody>
      </p:sp>
      <p:sp>
        <p:nvSpPr>
          <p:cNvPr id="13" name="四角形: 角を丸くする 4">
            <a:extLst>
              <a:ext uri="{FF2B5EF4-FFF2-40B4-BE49-F238E27FC236}">
                <a16:creationId xmlns:a16="http://schemas.microsoft.com/office/drawing/2014/main" id="{0E25AC76-A627-C593-E986-F04C36649CFF}"/>
              </a:ext>
            </a:extLst>
          </p:cNvPr>
          <p:cNvSpPr/>
          <p:nvPr/>
        </p:nvSpPr>
        <p:spPr>
          <a:xfrm>
            <a:off x="6419935" y="4230030"/>
            <a:ext cx="5753911" cy="2310217"/>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1FDE60A3-C02E-86A5-FC04-20E35CEAE10D}"/>
              </a:ext>
            </a:extLst>
          </p:cNvPr>
          <p:cNvSpPr txBox="1"/>
          <p:nvPr/>
        </p:nvSpPr>
        <p:spPr>
          <a:xfrm>
            <a:off x="6600389" y="4280448"/>
            <a:ext cx="5563558" cy="2092881"/>
          </a:xfrm>
          <a:prstGeom prst="rect">
            <a:avLst/>
          </a:prstGeom>
          <a:noFill/>
        </p:spPr>
        <p:txBody>
          <a:bodyPr wrap="square" rtlCol="0">
            <a:spAutoFit/>
          </a:bodyPr>
          <a:lstStyle/>
          <a:p>
            <a:r>
              <a:rPr sz="1600" b="1" dirty="0">
                <a:latin typeface="游ゴシック"/>
                <a:ea typeface="游ゴシック"/>
                <a:cs typeface="游ゴシック"/>
              </a:rPr>
              <a:t>0.4 Performance target</a:t>
            </a:r>
          </a:p>
          <a:p>
            <a:r>
              <a:rPr sz="1600" b="0" dirty="0">
                <a:latin typeface="游ゴシック"/>
                <a:ea typeface="游ゴシック"/>
                <a:cs typeface="游ゴシック"/>
              </a:rPr>
              <a:t>The figure plots vertical load on the horizontal axis and resultant tire force on the vertical axis.</a:t>
            </a:r>
          </a:p>
          <a:p>
            <a:r>
              <a:rPr sz="1600" b="0" dirty="0">
                <a:latin typeface="游ゴシック"/>
                <a:ea typeface="游ゴシック"/>
                <a:cs typeface="游ゴシック"/>
              </a:rPr>
              <a:t>Looking only at the maximum tire force, the trend increases almost linearly as vertical load rises.</a:t>
            </a:r>
          </a:p>
          <a:p>
            <a:r>
              <a:rPr sz="1600" b="0" dirty="0">
                <a:latin typeface="游ゴシック"/>
                <a:ea typeface="游ゴシック"/>
                <a:cs typeface="游ゴシック"/>
              </a:rPr>
              <a:t>Therefore, the aero design prioritizes maximizing downforce. Simulation also showed that downforce benefit exceeds drag loss when L/D is above 3, so L/D &gt; 3 was set as a design constraint.</a:t>
            </a:r>
          </a:p>
        </p:txBody>
      </p:sp>
      <p:pic>
        <p:nvPicPr>
          <p:cNvPr id="6" name="図 5">
            <a:extLst>
              <a:ext uri="{FF2B5EF4-FFF2-40B4-BE49-F238E27FC236}">
                <a16:creationId xmlns:a16="http://schemas.microsoft.com/office/drawing/2014/main" id="{4DFEAFA2-23CC-F16A-FAF7-EC276664FD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1267" y="934018"/>
            <a:ext cx="4424587" cy="2949724"/>
          </a:xfrm>
          <a:prstGeom prst="rect">
            <a:avLst/>
          </a:prstGeom>
        </p:spPr>
      </p:pic>
      <p:cxnSp>
        <p:nvCxnSpPr>
          <p:cNvPr id="8" name="直線コネクタ 7">
            <a:extLst>
              <a:ext uri="{FF2B5EF4-FFF2-40B4-BE49-F238E27FC236}">
                <a16:creationId xmlns:a16="http://schemas.microsoft.com/office/drawing/2014/main" id="{A51EE117-7421-467A-2ED6-7F0A4C0CB86E}"/>
              </a:ext>
            </a:extLst>
          </p:cNvPr>
          <p:cNvCxnSpPr>
            <a:cxnSpLocks/>
          </p:cNvCxnSpPr>
          <p:nvPr/>
        </p:nvCxnSpPr>
        <p:spPr>
          <a:xfrm flipH="1">
            <a:off x="7752522" y="1263116"/>
            <a:ext cx="2002491" cy="2447493"/>
          </a:xfrm>
          <a:prstGeom prst="line">
            <a:avLst/>
          </a:prstGeom>
          <a:ln w="47625">
            <a:solidFill>
              <a:srgbClr val="FF0000"/>
            </a:solidFill>
          </a:ln>
        </p:spPr>
        <p:style>
          <a:lnRef idx="2">
            <a:schemeClr val="accent1"/>
          </a:lnRef>
          <a:fillRef idx="0">
            <a:schemeClr val="accent1"/>
          </a:fillRef>
          <a:effectRef idx="1">
            <a:schemeClr val="accent1"/>
          </a:effectRef>
          <a:fontRef idx="minor">
            <a:schemeClr val="tx1"/>
          </a:fontRef>
        </p:style>
      </p:cxnSp>
      <p:sp>
        <p:nvSpPr>
          <p:cNvPr id="16" name="角丸四角形吹き出し 15">
            <a:extLst>
              <a:ext uri="{FF2B5EF4-FFF2-40B4-BE49-F238E27FC236}">
                <a16:creationId xmlns:a16="http://schemas.microsoft.com/office/drawing/2014/main" id="{F48310BF-8813-AA2C-0492-4CC15C342200}"/>
              </a:ext>
            </a:extLst>
          </p:cNvPr>
          <p:cNvSpPr/>
          <p:nvPr/>
        </p:nvSpPr>
        <p:spPr>
          <a:xfrm>
            <a:off x="9595799" y="2767273"/>
            <a:ext cx="2002492" cy="684530"/>
          </a:xfrm>
          <a:prstGeom prst="wedgeRoundRectCallout">
            <a:avLst>
              <a:gd name="adj1" fmla="val -85550"/>
              <a:gd name="adj2" fmla="val -103166"/>
              <a:gd name="adj3" fmla="val 16667"/>
            </a:avLst>
          </a:prstGeom>
          <a:solidFill>
            <a:schemeClr val="accent1">
              <a:lumMod val="20000"/>
              <a:lumOff val="80000"/>
              <a:alpha val="8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 altLang="ja-JP" dirty="0">
                <a:ln w="0"/>
                <a:solidFill>
                  <a:schemeClr val="tx1"/>
                </a:solidFill>
                <a:effectLst>
                  <a:outerShdw blurRad="38100" dist="19050" dir="2700000" algn="tl" rotWithShape="0">
                    <a:schemeClr val="dk1">
                      <a:alpha val="40000"/>
                    </a:schemeClr>
                  </a:outerShdw>
                </a:effectLst>
                <a:ea typeface="游ゴシック"/>
                <a:cs typeface="游ゴシック"/>
              </a:rPr>
              <a:t>increases almost linearly</a:t>
            </a:r>
            <a:endParaRPr kumimoji="1" lang="ja-JP" altLang="en-US">
              <a:ln w="0"/>
              <a:solidFill>
                <a:schemeClr val="tx1"/>
              </a:solidFill>
              <a:effectLst>
                <a:outerShdw blurRad="38100" dist="19050" dir="2700000" algn="tl" rotWithShape="0">
                  <a:schemeClr val="dk1">
                    <a:alpha val="40000"/>
                  </a:schemeClr>
                </a:outerShdw>
              </a:effectLst>
            </a:endParaRPr>
          </a:p>
        </p:txBody>
      </p:sp>
      <p:sp>
        <p:nvSpPr>
          <p:cNvPr id="17" name="テキスト ボックス 16">
            <a:extLst>
              <a:ext uri="{FF2B5EF4-FFF2-40B4-BE49-F238E27FC236}">
                <a16:creationId xmlns:a16="http://schemas.microsoft.com/office/drawing/2014/main" id="{6AA04708-DFDF-3CC4-1319-652DCC7C1B10}"/>
              </a:ext>
            </a:extLst>
          </p:cNvPr>
          <p:cNvSpPr txBox="1"/>
          <p:nvPr/>
        </p:nvSpPr>
        <p:spPr>
          <a:xfrm>
            <a:off x="7890342" y="3855144"/>
            <a:ext cx="4106436" cy="338554"/>
          </a:xfrm>
          <a:prstGeom prst="rect">
            <a:avLst/>
          </a:prstGeom>
          <a:noFill/>
        </p:spPr>
        <p:txBody>
          <a:bodyPr wrap="square">
            <a:spAutoFit/>
          </a:bodyPr>
          <a:lstStyle/>
          <a:p>
            <a:r>
              <a:rPr lang="en" altLang="ja-JP" sz="1600" dirty="0">
                <a:solidFill>
                  <a:prstClr val="black"/>
                </a:solidFill>
              </a:rPr>
              <a:t>Fig1. </a:t>
            </a:r>
            <a:r>
              <a:rPr lang="en" altLang="ja-JP" sz="1600" dirty="0">
                <a:ea typeface="游ゴシック"/>
                <a:cs typeface="游ゴシック"/>
              </a:rPr>
              <a:t>vertical load VS resultant tire force </a:t>
            </a:r>
            <a:endParaRPr lang="ja-JP" altLang="en-US" sz="1600"/>
          </a:p>
        </p:txBody>
      </p:sp>
    </p:spTree>
    <p:extLst>
      <p:ext uri="{BB962C8B-B14F-4D97-AF65-F5344CB8AC3E}">
        <p14:creationId xmlns:p14="http://schemas.microsoft.com/office/powerpoint/2010/main" val="3925297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D8AC6-BBEF-8137-BFE3-9A4C37ADAB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864743-40AF-AD59-7E5A-8DC26C4A263C}"/>
              </a:ext>
            </a:extLst>
          </p:cNvPr>
          <p:cNvSpPr>
            <a:spLocks noGrp="1"/>
          </p:cNvSpPr>
          <p:nvPr>
            <p:ph type="title"/>
          </p:nvPr>
        </p:nvSpPr>
        <p:spPr/>
        <p:txBody>
          <a:bodyPr wrap="square"/>
          <a:lstStyle/>
          <a:p>
            <a:r>
              <a:rPr sz="4000" b="1">
                <a:latin typeface="游ゴシック"/>
                <a:ea typeface="游ゴシック"/>
                <a:cs typeface="游ゴシック"/>
              </a:rPr>
              <a:t>Aerodynamics</a:t>
            </a:r>
            <a:endParaRPr kumimoji="1" lang="ja-JP" altLang="en-US" dirty="0"/>
          </a:p>
        </p:txBody>
      </p:sp>
      <p:sp>
        <p:nvSpPr>
          <p:cNvPr id="4" name="テキスト ボックス 3">
            <a:extLst>
              <a:ext uri="{FF2B5EF4-FFF2-40B4-BE49-F238E27FC236}">
                <a16:creationId xmlns:a16="http://schemas.microsoft.com/office/drawing/2014/main" id="{666C5CF8-9F00-79B7-73E9-30FA650CF38A}"/>
              </a:ext>
            </a:extLst>
          </p:cNvPr>
          <p:cNvSpPr txBox="1"/>
          <p:nvPr/>
        </p:nvSpPr>
        <p:spPr>
          <a:xfrm>
            <a:off x="138228" y="898086"/>
            <a:ext cx="5028132" cy="461665"/>
          </a:xfrm>
          <a:prstGeom prst="rect">
            <a:avLst/>
          </a:prstGeom>
          <a:noFill/>
        </p:spPr>
        <p:txBody>
          <a:bodyPr wrap="square" rtlCol="0">
            <a:spAutoFit/>
          </a:bodyPr>
          <a:lstStyle/>
          <a:p>
            <a:r>
              <a:rPr sz="2400" b="1" dirty="0">
                <a:latin typeface="游ゴシック"/>
                <a:ea typeface="游ゴシック"/>
                <a:cs typeface="游ゴシック"/>
              </a:rPr>
              <a:t>Manufacturability Verification</a:t>
            </a:r>
            <a:endParaRPr kumimoji="1" lang="ja-JP" altLang="en-US" sz="2400" b="1" dirty="0"/>
          </a:p>
        </p:txBody>
      </p:sp>
      <p:sp>
        <p:nvSpPr>
          <p:cNvPr id="8" name="テキスト ボックス 7">
            <a:extLst>
              <a:ext uri="{FF2B5EF4-FFF2-40B4-BE49-F238E27FC236}">
                <a16:creationId xmlns:a16="http://schemas.microsoft.com/office/drawing/2014/main" id="{8F3048C6-F9B3-25FF-6556-2A7D8CB2562E}"/>
              </a:ext>
            </a:extLst>
          </p:cNvPr>
          <p:cNvSpPr txBox="1"/>
          <p:nvPr/>
        </p:nvSpPr>
        <p:spPr>
          <a:xfrm>
            <a:off x="138227" y="1283427"/>
            <a:ext cx="8251393" cy="1569660"/>
          </a:xfrm>
          <a:prstGeom prst="rect">
            <a:avLst/>
          </a:prstGeom>
          <a:noFill/>
          <a:ln>
            <a:solidFill>
              <a:srgbClr val="4E95D9"/>
            </a:solidFill>
          </a:ln>
        </p:spPr>
        <p:txBody>
          <a:bodyPr wrap="square" rtlCol="0">
            <a:spAutoFit/>
          </a:bodyPr>
          <a:lstStyle/>
          <a:p>
            <a:r>
              <a:rPr sz="1600" b="1" dirty="0">
                <a:latin typeface="游ゴシック"/>
                <a:ea typeface="游ゴシック"/>
                <a:cs typeface="游ゴシック"/>
              </a:rPr>
              <a:t>0.5 Manufacturing feasibility tests</a:t>
            </a:r>
            <a:endParaRPr kumimoji="1" lang="en-US" altLang="ja-JP" sz="1600" dirty="0"/>
          </a:p>
          <a:p>
            <a:r>
              <a:rPr sz="1600" b="0" dirty="0">
                <a:latin typeface="游ゴシック"/>
                <a:ea typeface="游ゴシック"/>
                <a:cs typeface="游ゴシック"/>
              </a:rPr>
              <a:t>Small-scale production tests were repeated before final aero manufacturing.</a:t>
            </a:r>
          </a:p>
          <a:p>
            <a:r>
              <a:rPr sz="1600" b="0" dirty="0">
                <a:latin typeface="游ゴシック"/>
                <a:ea typeface="游ゴシック"/>
                <a:cs typeface="游ゴシック"/>
              </a:rPr>
              <a:t>1. Wet layup sandwich samples were produced with glass fiber and foam core.</a:t>
            </a:r>
          </a:p>
          <a:p>
            <a:r>
              <a:rPr sz="1600" b="0" dirty="0">
                <a:latin typeface="游ゴシック"/>
                <a:ea typeface="游ゴシック"/>
                <a:cs typeface="游ゴシック"/>
              </a:rPr>
              <a:t>2. </a:t>
            </a:r>
            <a:r>
              <a:rPr sz="1600" b="0" dirty="0" err="1">
                <a:latin typeface="游ゴシック"/>
                <a:ea typeface="游ゴシック"/>
                <a:cs typeface="游ゴシック"/>
              </a:rPr>
              <a:t>VaRTM</a:t>
            </a:r>
            <a:r>
              <a:rPr sz="1600" b="0" dirty="0">
                <a:latin typeface="游ゴシック"/>
                <a:ea typeface="游ゴシック"/>
                <a:cs typeface="游ゴシック"/>
              </a:rPr>
              <a:t> trials were also conducted to verify resin flow and bagging quality.</a:t>
            </a:r>
          </a:p>
          <a:p>
            <a:r>
              <a:rPr sz="1600" b="0" dirty="0">
                <a:latin typeface="游ゴシック"/>
                <a:ea typeface="游ゴシック"/>
                <a:cs typeface="游ゴシック"/>
              </a:rPr>
              <a:t>3. Vacuum bagging reached -0.92 atm, confirming sufficient suction for trial parts.</a:t>
            </a:r>
          </a:p>
          <a:p>
            <a:r>
              <a:rPr sz="1600" b="0" dirty="0">
                <a:latin typeface="游ゴシック"/>
                <a:ea typeface="游ゴシック"/>
                <a:cs typeface="游ゴシック"/>
              </a:rPr>
              <a:t>4. A first 1-ply sample bonded to the MDF board, showing release was the main issue.</a:t>
            </a:r>
          </a:p>
        </p:txBody>
      </p:sp>
      <p:sp>
        <p:nvSpPr>
          <p:cNvPr id="11" name="四角形: 角を丸くする 4">
            <a:extLst>
              <a:ext uri="{FF2B5EF4-FFF2-40B4-BE49-F238E27FC236}">
                <a16:creationId xmlns:a16="http://schemas.microsoft.com/office/drawing/2014/main" id="{709775D7-20EF-3CFE-A601-D1AEA5443F32}"/>
              </a:ext>
            </a:extLst>
          </p:cNvPr>
          <p:cNvSpPr/>
          <p:nvPr/>
        </p:nvSpPr>
        <p:spPr>
          <a:xfrm>
            <a:off x="138226" y="2872450"/>
            <a:ext cx="6271809" cy="1378102"/>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9EF9F5E1-5163-BA76-2537-934C550CAD84}"/>
              </a:ext>
            </a:extLst>
          </p:cNvPr>
          <p:cNvSpPr txBox="1"/>
          <p:nvPr/>
        </p:nvSpPr>
        <p:spPr>
          <a:xfrm>
            <a:off x="198607" y="2869859"/>
            <a:ext cx="6211428" cy="1323439"/>
          </a:xfrm>
          <a:prstGeom prst="rect">
            <a:avLst/>
          </a:prstGeom>
          <a:noFill/>
        </p:spPr>
        <p:txBody>
          <a:bodyPr wrap="square" rtlCol="0">
            <a:spAutoFit/>
          </a:bodyPr>
          <a:lstStyle/>
          <a:p>
            <a:r>
              <a:rPr sz="1600" b="1" dirty="0">
                <a:latin typeface="游ゴシック"/>
                <a:ea typeface="游ゴシック"/>
                <a:cs typeface="游ゴシック"/>
              </a:rPr>
              <a:t>0.6 Release-process findings</a:t>
            </a:r>
            <a:endParaRPr lang="en-US" altLang="ja-JP" b="1" u="sng" dirty="0"/>
          </a:p>
          <a:p>
            <a:r>
              <a:rPr sz="1600" b="0" dirty="0">
                <a:latin typeface="游ゴシック"/>
                <a:ea typeface="游ゴシック"/>
                <a:cs typeface="游ゴシック"/>
              </a:rPr>
              <a:t>The team tested several changes to improve demolding:</a:t>
            </a:r>
          </a:p>
          <a:p>
            <a:r>
              <a:rPr sz="1600" b="0" dirty="0">
                <a:latin typeface="游ゴシック"/>
                <a:ea typeface="游ゴシック"/>
                <a:cs typeface="游ゴシック"/>
              </a:rPr>
              <a:t>1. Move samples to the MDF board edges to allow tool access.</a:t>
            </a:r>
          </a:p>
          <a:p>
            <a:r>
              <a:rPr sz="1600" b="0" dirty="0">
                <a:latin typeface="游ゴシック"/>
                <a:ea typeface="游ゴシック"/>
                <a:cs typeface="游ゴシック"/>
              </a:rPr>
              <a:t>2. Increase peel-ply size to about four times the previous area.</a:t>
            </a:r>
          </a:p>
          <a:p>
            <a:r>
              <a:rPr sz="1600" b="0" dirty="0">
                <a:latin typeface="游ゴシック"/>
                <a:ea typeface="游ゴシック"/>
                <a:cs typeface="游ゴシック"/>
              </a:rPr>
              <a:t>3. Increase PVA concentration from 1:3 to 1:1.</a:t>
            </a:r>
          </a:p>
        </p:txBody>
      </p:sp>
      <p:sp>
        <p:nvSpPr>
          <p:cNvPr id="16" name="四角形: 角を丸くする 4">
            <a:extLst>
              <a:ext uri="{FF2B5EF4-FFF2-40B4-BE49-F238E27FC236}">
                <a16:creationId xmlns:a16="http://schemas.microsoft.com/office/drawing/2014/main" id="{5F4F65F1-5C72-88D6-0790-D4AA439A8E9E}"/>
              </a:ext>
            </a:extLst>
          </p:cNvPr>
          <p:cNvSpPr/>
          <p:nvPr/>
        </p:nvSpPr>
        <p:spPr>
          <a:xfrm>
            <a:off x="138226" y="4250977"/>
            <a:ext cx="6271810" cy="1665797"/>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FD88AB56-565B-73A2-1764-B54EE28C53C0}"/>
              </a:ext>
            </a:extLst>
          </p:cNvPr>
          <p:cNvSpPr txBox="1"/>
          <p:nvPr/>
        </p:nvSpPr>
        <p:spPr>
          <a:xfrm>
            <a:off x="208507" y="4347115"/>
            <a:ext cx="6077994" cy="1569660"/>
          </a:xfrm>
          <a:prstGeom prst="rect">
            <a:avLst/>
          </a:prstGeom>
          <a:noFill/>
        </p:spPr>
        <p:txBody>
          <a:bodyPr wrap="square" rtlCol="0">
            <a:spAutoFit/>
          </a:bodyPr>
          <a:lstStyle/>
          <a:p>
            <a:r>
              <a:rPr sz="1600" b="1" dirty="0">
                <a:latin typeface="游ゴシック"/>
                <a:ea typeface="游ゴシック"/>
                <a:cs typeface="游ゴシック"/>
              </a:rPr>
              <a:t>0.7 Cure-time lesson</a:t>
            </a:r>
            <a:endParaRPr lang="en-US" altLang="ja-JP" b="1" u="sng" dirty="0"/>
          </a:p>
          <a:p>
            <a:r>
              <a:rPr sz="1600" b="0" dirty="0">
                <a:latin typeface="游ゴシック"/>
                <a:ea typeface="游ゴシック"/>
                <a:cs typeface="游ゴシック"/>
              </a:rPr>
              <a:t>Even after an overnight cure, strong adhesion and tacky PVA remained. This indicated that catalog cure time was not enough under actual workshop conditions, so longer curing and thicker PVA application were treated as process requirements.</a:t>
            </a:r>
          </a:p>
        </p:txBody>
      </p:sp>
      <p:sp>
        <p:nvSpPr>
          <p:cNvPr id="18" name="四角形: 角を丸くする 4">
            <a:extLst>
              <a:ext uri="{FF2B5EF4-FFF2-40B4-BE49-F238E27FC236}">
                <a16:creationId xmlns:a16="http://schemas.microsoft.com/office/drawing/2014/main" id="{759B3991-B934-2E1C-D4F5-786ED8222108}"/>
              </a:ext>
            </a:extLst>
          </p:cNvPr>
          <p:cNvSpPr/>
          <p:nvPr/>
        </p:nvSpPr>
        <p:spPr>
          <a:xfrm>
            <a:off x="6419935" y="2869777"/>
            <a:ext cx="5753911" cy="2516789"/>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7F5F8EAF-8456-ABC6-CDC8-9641574C87AE}"/>
              </a:ext>
            </a:extLst>
          </p:cNvPr>
          <p:cNvSpPr txBox="1"/>
          <p:nvPr/>
        </p:nvSpPr>
        <p:spPr>
          <a:xfrm>
            <a:off x="6600389" y="2920195"/>
            <a:ext cx="5563558" cy="2092881"/>
          </a:xfrm>
          <a:prstGeom prst="rect">
            <a:avLst/>
          </a:prstGeom>
          <a:noFill/>
        </p:spPr>
        <p:txBody>
          <a:bodyPr wrap="square" rtlCol="0">
            <a:spAutoFit/>
          </a:bodyPr>
          <a:lstStyle/>
          <a:p>
            <a:r>
              <a:rPr sz="1600" b="1" dirty="0">
                <a:latin typeface="游ゴシック"/>
                <a:ea typeface="游ゴシック"/>
                <a:cs typeface="游ゴシック"/>
              </a:rPr>
              <a:t>0.8 Manufacturing readiness</a:t>
            </a:r>
          </a:p>
          <a:p>
            <a:r>
              <a:rPr sz="1600" b="0" dirty="0">
                <a:latin typeface="游ゴシック"/>
                <a:ea typeface="游ゴシック"/>
                <a:cs typeface="游ゴシック"/>
              </a:rPr>
              <a:t>Mold preparation also progressed through gelcoat application for tooling.</a:t>
            </a:r>
          </a:p>
          <a:p>
            <a:r>
              <a:rPr sz="1600" b="0" dirty="0">
                <a:latin typeface="游ゴシック"/>
                <a:ea typeface="游ゴシック"/>
                <a:cs typeface="游ゴシック"/>
              </a:rPr>
              <a:t>For actual production, simple wet layup is used for large parts where speed and handling are important.</a:t>
            </a:r>
          </a:p>
          <a:p>
            <a:r>
              <a:rPr sz="1600" b="0" dirty="0" err="1">
                <a:latin typeface="游ゴシック"/>
                <a:ea typeface="游ゴシック"/>
                <a:cs typeface="游ゴシック"/>
              </a:rPr>
              <a:t>VaRTM</a:t>
            </a:r>
            <a:r>
              <a:rPr sz="1600" b="0" dirty="0">
                <a:latin typeface="游ゴシック"/>
                <a:ea typeface="游ゴシック"/>
                <a:cs typeface="游ゴシック"/>
              </a:rPr>
              <a:t> is used for smaller parts where resin control, fiber volume, and repeatability are easier to manage.</a:t>
            </a:r>
          </a:p>
          <a:p>
            <a:r>
              <a:rPr sz="1600" b="0" dirty="0">
                <a:latin typeface="游ゴシック"/>
                <a:ea typeface="游ゴシック"/>
                <a:cs typeface="游ゴシック"/>
              </a:rPr>
              <a:t>These tests fixed the practical constraints: release margin, peel-ply coverage, tool access, vacuum quality, and cure time.</a:t>
            </a:r>
          </a:p>
        </p:txBody>
      </p:sp>
      <p:pic>
        <p:nvPicPr>
          <p:cNvPr id="21" name="図 20" descr="画像">
            <a:extLst>
              <a:ext uri="{FF2B5EF4-FFF2-40B4-BE49-F238E27FC236}">
                <a16:creationId xmlns:a16="http://schemas.microsoft.com/office/drawing/2014/main" id="{5FA89FFB-F2A5-5E26-453D-EC7F3BEF1847}"/>
              </a:ext>
            </a:extLst>
          </p:cNvPr>
          <p:cNvPicPr>
            <a:picLocks noChangeAspect="1"/>
          </p:cNvPicPr>
          <p:nvPr/>
        </p:nvPicPr>
        <p:blipFill rotWithShape="1">
          <a:blip r:embed="rId3"/>
          <a:srcRect l="6003" t="12485" r="7389" b="36209"/>
          <a:stretch>
            <a:fillRect/>
          </a:stretch>
        </p:blipFill>
        <p:spPr>
          <a:xfrm>
            <a:off x="6600389" y="5464258"/>
            <a:ext cx="1613000" cy="1273357"/>
          </a:xfrm>
          <a:prstGeom prst="rect">
            <a:avLst/>
          </a:prstGeom>
        </p:spPr>
      </p:pic>
      <p:pic>
        <p:nvPicPr>
          <p:cNvPr id="22" name="図 21" descr="画像">
            <a:extLst>
              <a:ext uri="{FF2B5EF4-FFF2-40B4-BE49-F238E27FC236}">
                <a16:creationId xmlns:a16="http://schemas.microsoft.com/office/drawing/2014/main" id="{0CE689E8-F3D2-24FA-7874-6D651BBF1B12}"/>
              </a:ext>
            </a:extLst>
          </p:cNvPr>
          <p:cNvPicPr>
            <a:picLocks noChangeAspect="1"/>
          </p:cNvPicPr>
          <p:nvPr/>
        </p:nvPicPr>
        <p:blipFill>
          <a:blip r:embed="rId4"/>
          <a:srcRect t="17592" b="15670"/>
          <a:stretch>
            <a:fillRect/>
          </a:stretch>
        </p:blipFill>
        <p:spPr>
          <a:xfrm>
            <a:off x="10622128" y="5464258"/>
            <a:ext cx="1431644" cy="1273358"/>
          </a:xfrm>
          <a:prstGeom prst="rect">
            <a:avLst/>
          </a:prstGeom>
        </p:spPr>
      </p:pic>
      <p:pic>
        <p:nvPicPr>
          <p:cNvPr id="23" name="図 22" descr="画像">
            <a:extLst>
              <a:ext uri="{FF2B5EF4-FFF2-40B4-BE49-F238E27FC236}">
                <a16:creationId xmlns:a16="http://schemas.microsoft.com/office/drawing/2014/main" id="{D154A6EC-05A4-CD67-8B49-869BBF785453}"/>
              </a:ext>
            </a:extLst>
          </p:cNvPr>
          <p:cNvPicPr>
            <a:picLocks noChangeAspect="1"/>
          </p:cNvPicPr>
          <p:nvPr/>
        </p:nvPicPr>
        <p:blipFill>
          <a:blip r:embed="rId5"/>
          <a:srcRect l="20075" t="27409" r="8915" b="20154"/>
          <a:stretch>
            <a:fillRect/>
          </a:stretch>
        </p:blipFill>
        <p:spPr>
          <a:xfrm>
            <a:off x="9093036" y="994519"/>
            <a:ext cx="2823957" cy="1569661"/>
          </a:xfrm>
          <a:prstGeom prst="rect">
            <a:avLst/>
          </a:prstGeom>
        </p:spPr>
      </p:pic>
      <p:sp>
        <p:nvSpPr>
          <p:cNvPr id="5" name="テキスト ボックス 4">
            <a:extLst>
              <a:ext uri="{FF2B5EF4-FFF2-40B4-BE49-F238E27FC236}">
                <a16:creationId xmlns:a16="http://schemas.microsoft.com/office/drawing/2014/main" id="{D192FF48-D6EA-31B8-1D60-195F2E4AFCCA}"/>
              </a:ext>
            </a:extLst>
          </p:cNvPr>
          <p:cNvSpPr txBox="1"/>
          <p:nvPr/>
        </p:nvSpPr>
        <p:spPr>
          <a:xfrm>
            <a:off x="9364400" y="2556432"/>
            <a:ext cx="2271008" cy="338554"/>
          </a:xfrm>
          <a:prstGeom prst="rect">
            <a:avLst/>
          </a:prstGeom>
          <a:noFill/>
        </p:spPr>
        <p:txBody>
          <a:bodyPr wrap="square">
            <a:spAutoFit/>
          </a:bodyPr>
          <a:lstStyle/>
          <a:p>
            <a:r>
              <a:rPr lang="en" altLang="ja-JP" sz="1600" dirty="0">
                <a:solidFill>
                  <a:prstClr val="black"/>
                </a:solidFill>
              </a:rPr>
              <a:t>Fig2. FRP test </a:t>
            </a:r>
            <a:r>
              <a:rPr lang="en" altLang="ja-JP" sz="1600" dirty="0" err="1">
                <a:solidFill>
                  <a:prstClr val="black"/>
                </a:solidFill>
              </a:rPr>
              <a:t>pece</a:t>
            </a:r>
            <a:endParaRPr lang="ja-JP" altLang="en-US" sz="1600"/>
          </a:p>
        </p:txBody>
      </p:sp>
      <p:sp>
        <p:nvSpPr>
          <p:cNvPr id="6" name="テキスト ボックス 5">
            <a:extLst>
              <a:ext uri="{FF2B5EF4-FFF2-40B4-BE49-F238E27FC236}">
                <a16:creationId xmlns:a16="http://schemas.microsoft.com/office/drawing/2014/main" id="{6B36AD99-1C2B-E309-1908-5182C4C2EE5B}"/>
              </a:ext>
            </a:extLst>
          </p:cNvPr>
          <p:cNvSpPr txBox="1"/>
          <p:nvPr/>
        </p:nvSpPr>
        <p:spPr>
          <a:xfrm>
            <a:off x="8350610" y="5571304"/>
            <a:ext cx="2271008" cy="830997"/>
          </a:xfrm>
          <a:prstGeom prst="rect">
            <a:avLst/>
          </a:prstGeom>
          <a:noFill/>
        </p:spPr>
        <p:txBody>
          <a:bodyPr wrap="square">
            <a:spAutoFit/>
          </a:bodyPr>
          <a:lstStyle/>
          <a:p>
            <a:r>
              <a:rPr lang="ja-JP" altLang="en-US" sz="1600">
                <a:solidFill>
                  <a:prstClr val="black"/>
                </a:solidFill>
              </a:rPr>
              <a:t>←</a:t>
            </a:r>
            <a:r>
              <a:rPr lang="en" altLang="ja-JP" sz="1600" dirty="0">
                <a:solidFill>
                  <a:prstClr val="black"/>
                </a:solidFill>
              </a:rPr>
              <a:t>Fig3. </a:t>
            </a:r>
            <a:r>
              <a:rPr lang="en" altLang="ja-JP" sz="1600" dirty="0" err="1">
                <a:solidFill>
                  <a:prstClr val="black"/>
                </a:solidFill>
              </a:rPr>
              <a:t>VaRTM</a:t>
            </a:r>
            <a:r>
              <a:rPr lang="en" altLang="ja-JP" sz="1600" dirty="0">
                <a:solidFill>
                  <a:prstClr val="black"/>
                </a:solidFill>
              </a:rPr>
              <a:t> tests</a:t>
            </a:r>
          </a:p>
          <a:p>
            <a:endParaRPr lang="en" altLang="ja-JP" sz="1600" dirty="0">
              <a:solidFill>
                <a:prstClr val="black"/>
              </a:solidFill>
            </a:endParaRPr>
          </a:p>
          <a:p>
            <a:r>
              <a:rPr lang="en" altLang="ja-JP" sz="1600" dirty="0">
                <a:solidFill>
                  <a:prstClr val="black"/>
                </a:solidFill>
              </a:rPr>
              <a:t>Fig4. CFRP test tray</a:t>
            </a:r>
            <a:r>
              <a:rPr lang="ja-JP" altLang="en-US" sz="1600">
                <a:solidFill>
                  <a:prstClr val="black"/>
                </a:solidFill>
              </a:rPr>
              <a:t>→</a:t>
            </a:r>
            <a:endParaRPr lang="ja-JP" altLang="en-US" sz="1600"/>
          </a:p>
        </p:txBody>
      </p:sp>
    </p:spTree>
    <p:extLst>
      <p:ext uri="{BB962C8B-B14F-4D97-AF65-F5344CB8AC3E}">
        <p14:creationId xmlns:p14="http://schemas.microsoft.com/office/powerpoint/2010/main" val="198789220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14488</TotalTime>
  <Words>495</Words>
  <Application>Microsoft Macintosh PowerPoint</Application>
  <PresentationFormat>ワイド画面</PresentationFormat>
  <Paragraphs>47</Paragraphs>
  <Slides>2</Slides>
  <Notes>2</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vt:i4>
      </vt:variant>
    </vt:vector>
  </HeadingPairs>
  <TitlesOfParts>
    <vt:vector size="5" baseType="lpstr">
      <vt:lpstr>游ゴシック</vt:lpstr>
      <vt:lpstr>Arial</vt:lpstr>
      <vt:lpstr>Office テーマ</vt:lpstr>
      <vt:lpstr>Aerodynamics</vt:lpstr>
      <vt:lpstr>Aerodynamics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2026年度方針</dc:title>
  <dc:creator>ayato niwa</dc:creator>
  <cp:lastModifiedBy>皆川　草太</cp:lastModifiedBy>
  <cp:revision>159</cp:revision>
  <dcterms:created xsi:type="dcterms:W3CDTF">2025-09-17T16:33:16Z</dcterms:created>
  <dcterms:modified xsi:type="dcterms:W3CDTF">2026-05-07T13:42:14Z</dcterms:modified>
</cp:coreProperties>
</file>