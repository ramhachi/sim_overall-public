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
  </p:notesMasterIdLst>
  <p:sldIdLst>
    <p:sldId id="285" r:id="rId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日本語" id="{7E8CFB1E-C4F0-1148-908E-F4801D9547F3}">
          <p14:sldIdLst>
            <p14:sldId id="285"/>
          </p14:sldIdLst>
        </p14:section>
        <p14:section name="タイトルなしのセクション" id="{EB0C38CE-F824-5E4A-B23C-87ECA49620C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95D9"/>
    <a:srgbClr val="FFFFFF"/>
    <a:srgbClr val="C1C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4C9B91-B561-4166-AD25-6483392F9263}" v="17" dt="2026-04-30T06:16:14.0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31" autoAdjust="0"/>
    <p:restoredTop sz="93427" autoAdjust="0"/>
  </p:normalViewPr>
  <p:slideViewPr>
    <p:cSldViewPr snapToGrid="0">
      <p:cViewPr varScale="1">
        <p:scale>
          <a:sx n="109" d="100"/>
          <a:sy n="109" d="100"/>
        </p:scale>
        <p:origin x="1032"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940AB8-B2D8-4875-BFBD-64ED3DE7DD4A}" type="datetimeFigureOut">
              <a:rPr kumimoji="1" lang="ja-JP" altLang="en-US" smtClean="0"/>
              <a:t>2026/5/7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F00B1F-E3FE-4F0F-B1E1-4E5B8CEC7A73}" type="slidenum">
              <a:rPr kumimoji="1" lang="ja-JP" altLang="en-US" smtClean="0"/>
              <a:t>‹#›</a:t>
            </a:fld>
            <a:endParaRPr kumimoji="1" lang="ja-JP" altLang="en-US"/>
          </a:p>
        </p:txBody>
      </p:sp>
    </p:spTree>
    <p:extLst>
      <p:ext uri="{BB962C8B-B14F-4D97-AF65-F5344CB8AC3E}">
        <p14:creationId xmlns:p14="http://schemas.microsoft.com/office/powerpoint/2010/main" val="149420477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12" name="平行四辺形 11">
            <a:extLst>
              <a:ext uri="{FF2B5EF4-FFF2-40B4-BE49-F238E27FC236}">
                <a16:creationId xmlns:a16="http://schemas.microsoft.com/office/drawing/2014/main" id="{880DCD45-62DE-1242-2145-FEFE4D68530C}"/>
              </a:ext>
            </a:extLst>
          </p:cNvPr>
          <p:cNvSpPr/>
          <p:nvPr userDrawn="1"/>
        </p:nvSpPr>
        <p:spPr>
          <a:xfrm>
            <a:off x="-4410" y="-5758"/>
            <a:ext cx="6551514" cy="6863758"/>
          </a:xfrm>
          <a:custGeom>
            <a:avLst/>
            <a:gdLst>
              <a:gd name="csX0" fmla="*/ 0 w 8674100"/>
              <a:gd name="csY0" fmla="*/ 6831912 h 6831912"/>
              <a:gd name="csX1" fmla="*/ 2084826 w 8674100"/>
              <a:gd name="csY1" fmla="*/ 0 h 6831912"/>
              <a:gd name="csX2" fmla="*/ 8674100 w 8674100"/>
              <a:gd name="csY2" fmla="*/ 0 h 6831912"/>
              <a:gd name="csX3" fmla="*/ 6589274 w 8674100"/>
              <a:gd name="csY3" fmla="*/ 6831912 h 6831912"/>
              <a:gd name="csX4" fmla="*/ 0 w 8674100"/>
              <a:gd name="csY4" fmla="*/ 6831912 h 6831912"/>
              <a:gd name="csX0" fmla="*/ 0 w 8674100"/>
              <a:gd name="csY0" fmla="*/ 6831912 h 6831912"/>
              <a:gd name="csX1" fmla="*/ 54858 w 8674100"/>
              <a:gd name="csY1" fmla="*/ 36576 h 6831912"/>
              <a:gd name="csX2" fmla="*/ 8674100 w 8674100"/>
              <a:gd name="csY2" fmla="*/ 0 h 6831912"/>
              <a:gd name="csX3" fmla="*/ 6589274 w 8674100"/>
              <a:gd name="csY3" fmla="*/ 6831912 h 6831912"/>
              <a:gd name="csX4" fmla="*/ 0 w 8674100"/>
              <a:gd name="csY4" fmla="*/ 6831912 h 6831912"/>
              <a:gd name="csX0" fmla="*/ 4409 w 8678509"/>
              <a:gd name="csY0" fmla="*/ 6837669 h 6837669"/>
              <a:gd name="csX1" fmla="*/ 0 w 8678509"/>
              <a:gd name="csY1" fmla="*/ 0 h 6837669"/>
              <a:gd name="csX2" fmla="*/ 8678509 w 8678509"/>
              <a:gd name="csY2" fmla="*/ 5757 h 6837669"/>
              <a:gd name="csX3" fmla="*/ 6593683 w 8678509"/>
              <a:gd name="csY3" fmla="*/ 6837669 h 6837669"/>
              <a:gd name="csX4" fmla="*/ 4409 w 8678509"/>
              <a:gd name="csY4" fmla="*/ 6837669 h 6837669"/>
              <a:gd name="csX0" fmla="*/ 4409 w 6593683"/>
              <a:gd name="csY0" fmla="*/ 6844612 h 6844612"/>
              <a:gd name="csX1" fmla="*/ 0 w 6593683"/>
              <a:gd name="csY1" fmla="*/ 6943 h 6844612"/>
              <a:gd name="csX2" fmla="*/ 2239609 w 6593683"/>
              <a:gd name="csY2" fmla="*/ 0 h 6844612"/>
              <a:gd name="csX3" fmla="*/ 6593683 w 6593683"/>
              <a:gd name="csY3" fmla="*/ 6844612 h 6844612"/>
              <a:gd name="csX4" fmla="*/ 4409 w 6593683"/>
              <a:gd name="csY4" fmla="*/ 6844612 h 6844612"/>
              <a:gd name="csX0" fmla="*/ 4409 w 6593683"/>
              <a:gd name="csY0" fmla="*/ 6837669 h 6837669"/>
              <a:gd name="csX1" fmla="*/ 0 w 6593683"/>
              <a:gd name="csY1" fmla="*/ 0 h 6837669"/>
              <a:gd name="csX2" fmla="*/ 2531709 w 6593683"/>
              <a:gd name="csY2" fmla="*/ 5757 h 6837669"/>
              <a:gd name="csX3" fmla="*/ 6593683 w 6593683"/>
              <a:gd name="csY3" fmla="*/ 6837669 h 6837669"/>
              <a:gd name="csX4" fmla="*/ 4409 w 6593683"/>
              <a:gd name="csY4" fmla="*/ 6837669 h 6837669"/>
            </a:gdLst>
            <a:ahLst/>
            <a:cxnLst>
              <a:cxn ang="0">
                <a:pos x="csX0" y="csY0"/>
              </a:cxn>
              <a:cxn ang="0">
                <a:pos x="csX1" y="csY1"/>
              </a:cxn>
              <a:cxn ang="0">
                <a:pos x="csX2" y="csY2"/>
              </a:cxn>
              <a:cxn ang="0">
                <a:pos x="csX3" y="csY3"/>
              </a:cxn>
              <a:cxn ang="0">
                <a:pos x="csX4" y="csY4"/>
              </a:cxn>
            </a:cxnLst>
            <a:rect l="l" t="t" r="r" b="b"/>
            <a:pathLst>
              <a:path w="6593683" h="6837669">
                <a:moveTo>
                  <a:pt x="4409" y="6837669"/>
                </a:moveTo>
                <a:cubicBezTo>
                  <a:pt x="2939" y="4558446"/>
                  <a:pt x="1470" y="2279223"/>
                  <a:pt x="0" y="0"/>
                </a:cubicBezTo>
                <a:lnTo>
                  <a:pt x="2531709" y="5757"/>
                </a:lnTo>
                <a:lnTo>
                  <a:pt x="6593683" y="6837669"/>
                </a:lnTo>
                <a:lnTo>
                  <a:pt x="4409" y="6837669"/>
                </a:lnTo>
                <a:close/>
              </a:path>
            </a:pathLst>
          </a:custGeom>
          <a:gradFill flip="none" rotWithShape="1">
            <a:gsLst>
              <a:gs pos="0">
                <a:schemeClr val="bg2">
                  <a:lumMod val="75000"/>
                  <a:shade val="30000"/>
                  <a:satMod val="115000"/>
                </a:schemeClr>
              </a:gs>
              <a:gs pos="50000">
                <a:schemeClr val="bg2">
                  <a:lumMod val="75000"/>
                  <a:shade val="67500"/>
                  <a:satMod val="115000"/>
                </a:schemeClr>
              </a:gs>
              <a:gs pos="100000">
                <a:schemeClr val="bg2">
                  <a:lumMod val="75000"/>
                  <a:shade val="100000"/>
                  <a:satMod val="1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日付プレースホルダー 3">
            <a:extLst>
              <a:ext uri="{FF2B5EF4-FFF2-40B4-BE49-F238E27FC236}">
                <a16:creationId xmlns:a16="http://schemas.microsoft.com/office/drawing/2014/main" id="{BDF7A82D-79BF-364F-2C82-FDD9A2D93B90}"/>
              </a:ext>
            </a:extLst>
          </p:cNvPr>
          <p:cNvSpPr>
            <a:spLocks noGrp="1"/>
          </p:cNvSpPr>
          <p:nvPr>
            <p:ph type="dt" sz="half" idx="10"/>
          </p:nvPr>
        </p:nvSpPr>
        <p:spPr>
          <a:xfrm>
            <a:off x="1758342" y="6196874"/>
            <a:ext cx="2743200" cy="365125"/>
          </a:xfrm>
        </p:spPr>
        <p:txBody>
          <a:bodyPr/>
          <a:lstStyle>
            <a:lvl1pPr>
              <a:defRPr b="0" cap="none" spc="0">
                <a:ln w="0"/>
                <a:solidFill>
                  <a:schemeClr val="tx1"/>
                </a:solidFill>
                <a:effectLst>
                  <a:outerShdw blurRad="38100" dist="19050" dir="2700000" algn="tl" rotWithShape="0">
                    <a:schemeClr val="dk1">
                      <a:alpha val="40000"/>
                    </a:schemeClr>
                  </a:outerShdw>
                </a:effectLst>
              </a:defRPr>
            </a:lvl1pPr>
          </a:lstStyle>
          <a:p>
            <a:fld id="{4264D060-8133-4A46-91C4-B3F3520A110D}" type="datetimeFigureOut">
              <a:rPr lang="ja-JP" altLang="en-US" smtClean="0"/>
              <a:pPr/>
              <a:t>2026/5/7</a:t>
            </a:fld>
            <a:endParaRPr lang="ja-JP" altLang="en-US" dirty="0">
              <a:ln w="0"/>
              <a:solidFill>
                <a:schemeClr val="tx1"/>
              </a:solidFill>
              <a:effectLst>
                <a:outerShdw blurRad="38100" dist="19050" dir="2700000" algn="tl" rotWithShape="0">
                  <a:schemeClr val="dk1">
                    <a:alpha val="40000"/>
                  </a:schemeClr>
                </a:outerShdw>
              </a:effectLst>
            </a:endParaRPr>
          </a:p>
        </p:txBody>
      </p:sp>
      <p:sp>
        <p:nvSpPr>
          <p:cNvPr id="8" name="正方形/長方形 7">
            <a:extLst>
              <a:ext uri="{FF2B5EF4-FFF2-40B4-BE49-F238E27FC236}">
                <a16:creationId xmlns:a16="http://schemas.microsoft.com/office/drawing/2014/main" id="{DE48FD72-980E-F036-FFA4-BCAB48E1ACAD}"/>
              </a:ext>
            </a:extLst>
          </p:cNvPr>
          <p:cNvSpPr/>
          <p:nvPr userDrawn="1"/>
        </p:nvSpPr>
        <p:spPr>
          <a:xfrm>
            <a:off x="0" y="2048256"/>
            <a:ext cx="12191998" cy="2743169"/>
          </a:xfrm>
          <a:prstGeom prst="rect">
            <a:avLst/>
          </a:prstGeom>
          <a:solidFill>
            <a:schemeClr val="bg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6">
            <a:extLst>
              <a:ext uri="{FF2B5EF4-FFF2-40B4-BE49-F238E27FC236}">
                <a16:creationId xmlns:a16="http://schemas.microsoft.com/office/drawing/2014/main" id="{6E0E0E2E-7307-34D8-F3CF-16A2F2ACC371}"/>
              </a:ext>
            </a:extLst>
          </p:cNvPr>
          <p:cNvSpPr>
            <a:spLocks noGrp="1"/>
          </p:cNvSpPr>
          <p:nvPr>
            <p:ph type="title"/>
          </p:nvPr>
        </p:nvSpPr>
        <p:spPr>
          <a:xfrm>
            <a:off x="2210054" y="2634058"/>
            <a:ext cx="8674100" cy="1589882"/>
          </a:xfrm>
        </p:spPr>
        <p:txBody>
          <a:bodyPr>
            <a:normAutofit/>
          </a:bodyPr>
          <a:lstStyle>
            <a:lvl1pPr algn="l">
              <a:defRPr sz="7200" u="none">
                <a:latin typeface="+mn-lt"/>
                <a:ea typeface="ＭＳ Ｐゴシック" panose="020B0600070205080204" pitchFamily="50" charset="-128"/>
              </a:defRPr>
            </a:lvl1pPr>
          </a:lstStyle>
          <a:p>
            <a:endParaRPr kumimoji="1" lang="ja-JP" altLang="en-US" dirty="0"/>
          </a:p>
        </p:txBody>
      </p:sp>
      <p:cxnSp>
        <p:nvCxnSpPr>
          <p:cNvPr id="2" name="直線コネクタ 1">
            <a:extLst>
              <a:ext uri="{FF2B5EF4-FFF2-40B4-BE49-F238E27FC236}">
                <a16:creationId xmlns:a16="http://schemas.microsoft.com/office/drawing/2014/main" id="{6E85D4F5-6112-EA53-504F-67F2AD0E7195}"/>
              </a:ext>
            </a:extLst>
          </p:cNvPr>
          <p:cNvCxnSpPr>
            <a:cxnSpLocks/>
          </p:cNvCxnSpPr>
          <p:nvPr userDrawn="1"/>
        </p:nvCxnSpPr>
        <p:spPr>
          <a:xfrm>
            <a:off x="0" y="6587753"/>
            <a:ext cx="9134856" cy="0"/>
          </a:xfrm>
          <a:prstGeom prst="line">
            <a:avLst/>
          </a:prstGeom>
          <a:ln w="88900">
            <a:solidFill>
              <a:schemeClr val="tx2">
                <a:lumMod val="90000"/>
                <a:lumOff val="10000"/>
              </a:schemeClr>
            </a:solidFill>
          </a:ln>
          <a:effectLst/>
        </p:spPr>
        <p:style>
          <a:lnRef idx="2">
            <a:schemeClr val="dk1"/>
          </a:lnRef>
          <a:fillRef idx="0">
            <a:schemeClr val="dk1"/>
          </a:fillRef>
          <a:effectRef idx="1">
            <a:schemeClr val="dk1"/>
          </a:effectRef>
          <a:fontRef idx="minor">
            <a:schemeClr val="tx1"/>
          </a:fontRef>
        </p:style>
      </p:cxnSp>
      <p:sp>
        <p:nvSpPr>
          <p:cNvPr id="14" name="正方形/長方形 13">
            <a:extLst>
              <a:ext uri="{FF2B5EF4-FFF2-40B4-BE49-F238E27FC236}">
                <a16:creationId xmlns:a16="http://schemas.microsoft.com/office/drawing/2014/main" id="{0B468095-D4AE-0978-A021-6BDDEC250032}"/>
              </a:ext>
            </a:extLst>
          </p:cNvPr>
          <p:cNvSpPr/>
          <p:nvPr userDrawn="1"/>
        </p:nvSpPr>
        <p:spPr>
          <a:xfrm>
            <a:off x="434648" y="0"/>
            <a:ext cx="1190947" cy="6858000"/>
          </a:xfrm>
          <a:prstGeom prst="rect">
            <a:avLst/>
          </a:prstGeom>
          <a:gradFill flip="none" rotWithShape="1">
            <a:gsLst>
              <a:gs pos="0">
                <a:srgbClr val="4E95D9">
                  <a:shade val="30000"/>
                  <a:satMod val="115000"/>
                </a:srgbClr>
              </a:gs>
              <a:gs pos="50000">
                <a:srgbClr val="4E95D9">
                  <a:shade val="67500"/>
                  <a:satMod val="115000"/>
                </a:srgbClr>
              </a:gs>
              <a:gs pos="100000">
                <a:srgbClr val="4E95D9">
                  <a:shade val="100000"/>
                  <a:satMod val="115000"/>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38F5888E-CB54-C2D9-87BE-F37A84A7D6A4}"/>
              </a:ext>
            </a:extLst>
          </p:cNvPr>
          <p:cNvCxnSpPr>
            <a:cxnSpLocks/>
          </p:cNvCxnSpPr>
          <p:nvPr userDrawn="1"/>
        </p:nvCxnSpPr>
        <p:spPr>
          <a:xfrm flipV="1">
            <a:off x="567395" y="68262"/>
            <a:ext cx="0" cy="6721475"/>
          </a:xfrm>
          <a:prstGeom prst="line">
            <a:avLst/>
          </a:prstGeom>
          <a:ln w="38100">
            <a:solidFill>
              <a:schemeClr val="tx1">
                <a:lumMod val="65000"/>
                <a:lumOff val="35000"/>
              </a:schemeClr>
            </a:solidFill>
            <a:prstDash val="sysDash"/>
          </a:ln>
          <a:effectLst>
            <a:outerShdw blurRad="50800" dist="38100" dir="2700000" algn="tl" rotWithShape="0">
              <a:prstClr val="black">
                <a:alpha val="40000"/>
              </a:prstClr>
            </a:outerShdw>
          </a:effectLst>
        </p:spPr>
        <p:style>
          <a:lnRef idx="2">
            <a:schemeClr val="dk1"/>
          </a:lnRef>
          <a:fillRef idx="0">
            <a:schemeClr val="dk1"/>
          </a:fillRef>
          <a:effectRef idx="1">
            <a:schemeClr val="dk1"/>
          </a:effectRef>
          <a:fontRef idx="minor">
            <a:schemeClr val="tx1"/>
          </a:fontRef>
        </p:style>
      </p:cxnSp>
      <p:pic>
        <p:nvPicPr>
          <p:cNvPr id="11" name="図 10" descr="テキスト&#10;&#10;AI 生成コンテンツは誤りを含む可能性があります。">
            <a:extLst>
              <a:ext uri="{FF2B5EF4-FFF2-40B4-BE49-F238E27FC236}">
                <a16:creationId xmlns:a16="http://schemas.microsoft.com/office/drawing/2014/main" id="{1526D9B5-B2EC-4A75-10D9-150236BDF234}"/>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39347" b="39881"/>
          <a:stretch>
            <a:fillRect/>
          </a:stretch>
        </p:blipFill>
        <p:spPr>
          <a:xfrm>
            <a:off x="9134856" y="6196874"/>
            <a:ext cx="3057144" cy="635040"/>
          </a:xfrm>
          <a:prstGeom prst="rect">
            <a:avLst/>
          </a:prstGeom>
          <a:ln>
            <a:noFill/>
          </a:ln>
          <a:effectLst/>
        </p:spPr>
      </p:pic>
    </p:spTree>
    <p:extLst>
      <p:ext uri="{BB962C8B-B14F-4D97-AF65-F5344CB8AC3E}">
        <p14:creationId xmlns:p14="http://schemas.microsoft.com/office/powerpoint/2010/main" val="3989246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pic>
        <p:nvPicPr>
          <p:cNvPr id="9" name="図 8" descr="テキスト&#10;&#10;AI 生成コンテンツは誤りを含む可能性があります。">
            <a:extLst>
              <a:ext uri="{FF2B5EF4-FFF2-40B4-BE49-F238E27FC236}">
                <a16:creationId xmlns:a16="http://schemas.microsoft.com/office/drawing/2014/main" id="{5A8ABCE5-FD79-A293-0E0B-36DF3B2E8E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247" y="1977002"/>
            <a:ext cx="7054915" cy="4014216"/>
          </a:xfrm>
          <a:prstGeom prst="rect">
            <a:avLst/>
          </a:prstGeom>
          <a:ln>
            <a:noFill/>
          </a:ln>
          <a:effectLst>
            <a:softEdge rad="112500"/>
          </a:effectLst>
        </p:spPr>
      </p:pic>
      <p:sp>
        <p:nvSpPr>
          <p:cNvPr id="2" name="タイトル 1">
            <a:extLst>
              <a:ext uri="{FF2B5EF4-FFF2-40B4-BE49-F238E27FC236}">
                <a16:creationId xmlns:a16="http://schemas.microsoft.com/office/drawing/2014/main" id="{288328C3-0F1E-D011-2ABE-1A4D0404BB48}"/>
              </a:ext>
            </a:extLst>
          </p:cNvPr>
          <p:cNvSpPr>
            <a:spLocks noGrp="1"/>
          </p:cNvSpPr>
          <p:nvPr>
            <p:ph type="title"/>
          </p:nvPr>
        </p:nvSpPr>
        <p:spPr>
          <a:xfrm>
            <a:off x="976654" y="174233"/>
            <a:ext cx="10831033" cy="2058987"/>
          </a:xfrm>
          <a:noFill/>
          <a:effectLst>
            <a:glow rad="228600">
              <a:schemeClr val="accent1">
                <a:satMod val="175000"/>
                <a:alpha val="40000"/>
              </a:schemeClr>
            </a:glow>
            <a:outerShdw blurRad="50800" dist="38100" dir="2700000" algn="tl" rotWithShape="0">
              <a:prstClr val="black">
                <a:alpha val="40000"/>
              </a:prstClr>
            </a:outerShdw>
          </a:effectLst>
        </p:spPr>
        <p:txBody>
          <a:bodyPr anchor="ctr">
            <a:normAutofit/>
          </a:bodyPr>
          <a:lstStyle>
            <a:lvl1pPr algn="ctr">
              <a:defRPr sz="8800" b="0"/>
            </a:lvl1pPr>
          </a:lstStyle>
          <a:p>
            <a:endParaRPr kumimoji="1" lang="ja-JP" altLang="en-US" dirty="0"/>
          </a:p>
        </p:txBody>
      </p:sp>
      <p:sp>
        <p:nvSpPr>
          <p:cNvPr id="3" name="テキスト プレースホルダー 2">
            <a:extLst>
              <a:ext uri="{FF2B5EF4-FFF2-40B4-BE49-F238E27FC236}">
                <a16:creationId xmlns:a16="http://schemas.microsoft.com/office/drawing/2014/main" id="{C26F101F-53F6-AE5D-E149-E8132C10D1DF}"/>
              </a:ext>
            </a:extLst>
          </p:cNvPr>
          <p:cNvSpPr>
            <a:spLocks noGrp="1"/>
          </p:cNvSpPr>
          <p:nvPr>
            <p:ph type="body" idx="1"/>
          </p:nvPr>
        </p:nvSpPr>
        <p:spPr>
          <a:xfrm>
            <a:off x="7133163" y="2270467"/>
            <a:ext cx="4745662" cy="3623449"/>
          </a:xfrm>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a:lstStyle>
            <a:lvl1pPr marL="0" indent="0">
              <a:buNone/>
              <a:defRPr sz="2400" b="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dirty="0"/>
              <a:t>マスター テキストの書式設定</a:t>
            </a:r>
          </a:p>
        </p:txBody>
      </p:sp>
      <p:sp>
        <p:nvSpPr>
          <p:cNvPr id="4" name="日付プレースホルダー 3">
            <a:extLst>
              <a:ext uri="{FF2B5EF4-FFF2-40B4-BE49-F238E27FC236}">
                <a16:creationId xmlns:a16="http://schemas.microsoft.com/office/drawing/2014/main" id="{95DC95E1-7BEF-84C5-44E0-1974511F501F}"/>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A068D1FB-AAA9-9FCE-A1D1-41E5ED5F2F21}"/>
              </a:ext>
            </a:extLst>
          </p:cNvPr>
          <p:cNvSpPr>
            <a:spLocks noGrp="1"/>
          </p:cNvSpPr>
          <p:nvPr>
            <p:ph type="ftr" sz="quarter" idx="11"/>
          </p:nvPr>
        </p:nvSpPr>
        <p:spPr/>
        <p:txBody>
          <a:bodyPr/>
          <a:lstStyle/>
          <a:p>
            <a:endParaRPr kumimoji="1" lang="ja-JP" altLang="en-US"/>
          </a:p>
        </p:txBody>
      </p:sp>
      <p:grpSp>
        <p:nvGrpSpPr>
          <p:cNvPr id="13" name="グループ化 12">
            <a:extLst>
              <a:ext uri="{FF2B5EF4-FFF2-40B4-BE49-F238E27FC236}">
                <a16:creationId xmlns:a16="http://schemas.microsoft.com/office/drawing/2014/main" id="{8E98E9F8-1F95-3B6F-DDF8-4681FA184A66}"/>
              </a:ext>
            </a:extLst>
          </p:cNvPr>
          <p:cNvGrpSpPr/>
          <p:nvPr userDrawn="1"/>
        </p:nvGrpSpPr>
        <p:grpSpPr>
          <a:xfrm>
            <a:off x="310150" y="170701"/>
            <a:ext cx="11910823" cy="1638855"/>
            <a:chOff x="310150" y="170701"/>
            <a:chExt cx="11910823" cy="1638855"/>
          </a:xfrm>
        </p:grpSpPr>
        <p:sp>
          <p:nvSpPr>
            <p:cNvPr id="6" name="矢印: 山形 5">
              <a:extLst>
                <a:ext uri="{FF2B5EF4-FFF2-40B4-BE49-F238E27FC236}">
                  <a16:creationId xmlns:a16="http://schemas.microsoft.com/office/drawing/2014/main" id="{E9AD0AB5-63B3-3922-411C-D512337B0D18}"/>
                </a:ext>
              </a:extLst>
            </p:cNvPr>
            <p:cNvSpPr/>
            <p:nvPr userDrawn="1"/>
          </p:nvSpPr>
          <p:spPr>
            <a:xfrm>
              <a:off x="335550" y="174233"/>
              <a:ext cx="625094" cy="1570593"/>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矢印: 山形 9">
              <a:extLst>
                <a:ext uri="{FF2B5EF4-FFF2-40B4-BE49-F238E27FC236}">
                  <a16:creationId xmlns:a16="http://schemas.microsoft.com/office/drawing/2014/main" id="{0BCBCE41-45B2-4C67-68CA-0F1933F4FC9B}"/>
                </a:ext>
              </a:extLst>
            </p:cNvPr>
            <p:cNvSpPr/>
            <p:nvPr userDrawn="1"/>
          </p:nvSpPr>
          <p:spPr>
            <a:xfrm>
              <a:off x="838200" y="170701"/>
              <a:ext cx="625095" cy="1570593"/>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正方形/長方形 9">
              <a:extLst>
                <a:ext uri="{FF2B5EF4-FFF2-40B4-BE49-F238E27FC236}">
                  <a16:creationId xmlns:a16="http://schemas.microsoft.com/office/drawing/2014/main" id="{960975AB-87DD-F2E8-0182-585369DBCB30}"/>
                </a:ext>
              </a:extLst>
            </p:cNvPr>
            <p:cNvSpPr/>
            <p:nvPr userDrawn="1"/>
          </p:nvSpPr>
          <p:spPr>
            <a:xfrm>
              <a:off x="310150" y="1723771"/>
              <a:ext cx="11910823" cy="85785"/>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19380 w 10653522"/>
                <a:gd name="csY0" fmla="*/ 0 h 86149"/>
                <a:gd name="csX1" fmla="*/ 10653522 w 10653522"/>
                <a:gd name="csY1" fmla="*/ 1 h 86149"/>
                <a:gd name="csX2" fmla="*/ 10653522 w 10653522"/>
                <a:gd name="csY2" fmla="*/ 86149 h 86149"/>
                <a:gd name="csX3" fmla="*/ 0 w 10653522"/>
                <a:gd name="csY3" fmla="*/ 86149 h 86149"/>
                <a:gd name="csX4" fmla="*/ 19380 w 10653522"/>
                <a:gd name="csY4" fmla="*/ 0 h 86149"/>
                <a:gd name="csX0" fmla="*/ 38312 w 10653522"/>
                <a:gd name="csY0" fmla="*/ 0 h 86149"/>
                <a:gd name="csX1" fmla="*/ 10653522 w 10653522"/>
                <a:gd name="csY1" fmla="*/ 1 h 86149"/>
                <a:gd name="csX2" fmla="*/ 10653522 w 10653522"/>
                <a:gd name="csY2" fmla="*/ 86149 h 86149"/>
                <a:gd name="csX3" fmla="*/ 0 w 10653522"/>
                <a:gd name="csY3" fmla="*/ 86149 h 86149"/>
                <a:gd name="csX4" fmla="*/ 38312 w 10653522"/>
                <a:gd name="csY4" fmla="*/ 0 h 86149"/>
                <a:gd name="csX0" fmla="*/ 29792 w 10653522"/>
                <a:gd name="csY0" fmla="*/ 0 h 86149"/>
                <a:gd name="csX1" fmla="*/ 10653522 w 10653522"/>
                <a:gd name="csY1" fmla="*/ 1 h 86149"/>
                <a:gd name="csX2" fmla="*/ 10653522 w 10653522"/>
                <a:gd name="csY2" fmla="*/ 86149 h 86149"/>
                <a:gd name="csX3" fmla="*/ 0 w 10653522"/>
                <a:gd name="csY3" fmla="*/ 86149 h 86149"/>
                <a:gd name="csX4" fmla="*/ 29792 w 10653522"/>
                <a:gd name="csY4" fmla="*/ 0 h 86149"/>
                <a:gd name="csX0" fmla="*/ 34051 w 10653522"/>
                <a:gd name="csY0" fmla="*/ 0 h 86149"/>
                <a:gd name="csX1" fmla="*/ 10653522 w 10653522"/>
                <a:gd name="csY1" fmla="*/ 1 h 86149"/>
                <a:gd name="csX2" fmla="*/ 10653522 w 10653522"/>
                <a:gd name="csY2" fmla="*/ 86149 h 86149"/>
                <a:gd name="csX3" fmla="*/ 0 w 10653522"/>
                <a:gd name="csY3" fmla="*/ 86149 h 86149"/>
                <a:gd name="csX4" fmla="*/ 34051 w 10653522"/>
                <a:gd name="csY4" fmla="*/ 0 h 86149"/>
                <a:gd name="csX0" fmla="*/ 29791 w 10653522"/>
                <a:gd name="csY0" fmla="*/ 0 h 86149"/>
                <a:gd name="csX1" fmla="*/ 10653522 w 10653522"/>
                <a:gd name="csY1" fmla="*/ 1 h 86149"/>
                <a:gd name="csX2" fmla="*/ 10653522 w 10653522"/>
                <a:gd name="csY2" fmla="*/ 86149 h 86149"/>
                <a:gd name="csX3" fmla="*/ 0 w 10653522"/>
                <a:gd name="csY3" fmla="*/ 86149 h 86149"/>
                <a:gd name="csX4" fmla="*/ 29791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29791" y="0"/>
                  </a:moveTo>
                  <a:lnTo>
                    <a:pt x="10653522" y="1"/>
                  </a:lnTo>
                  <a:lnTo>
                    <a:pt x="10653522" y="86149"/>
                  </a:lnTo>
                  <a:lnTo>
                    <a:pt x="0" y="86149"/>
                  </a:lnTo>
                  <a:lnTo>
                    <a:pt x="29791"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cxnSp>
        <p:nvCxnSpPr>
          <p:cNvPr id="8" name="直線コネクタ 7">
            <a:extLst>
              <a:ext uri="{FF2B5EF4-FFF2-40B4-BE49-F238E27FC236}">
                <a16:creationId xmlns:a16="http://schemas.microsoft.com/office/drawing/2014/main" id="{5499DDB8-C9E6-90C0-847E-FD877AF3BBAF}"/>
              </a:ext>
            </a:extLst>
          </p:cNvPr>
          <p:cNvCxnSpPr>
            <a:cxnSpLocks/>
          </p:cNvCxnSpPr>
          <p:nvPr userDrawn="1"/>
        </p:nvCxnSpPr>
        <p:spPr>
          <a:xfrm>
            <a:off x="0" y="6587753"/>
            <a:ext cx="9134856" cy="0"/>
          </a:xfrm>
          <a:prstGeom prst="line">
            <a:avLst/>
          </a:prstGeom>
          <a:ln w="88900">
            <a:solidFill>
              <a:schemeClr val="tx2">
                <a:lumMod val="90000"/>
                <a:lumOff val="10000"/>
              </a:schemeClr>
            </a:solidFill>
          </a:ln>
          <a:effectLst/>
        </p:spPr>
        <p:style>
          <a:lnRef idx="2">
            <a:schemeClr val="dk1"/>
          </a:lnRef>
          <a:fillRef idx="0">
            <a:schemeClr val="dk1"/>
          </a:fillRef>
          <a:effectRef idx="1">
            <a:schemeClr val="dk1"/>
          </a:effectRef>
          <a:fontRef idx="minor">
            <a:schemeClr val="tx1"/>
          </a:fontRef>
        </p:style>
      </p:cxnSp>
      <p:pic>
        <p:nvPicPr>
          <p:cNvPr id="11" name="図 10" descr="テキスト&#10;&#10;AI 生成コンテンツは誤りを含む可能性があります。">
            <a:extLst>
              <a:ext uri="{FF2B5EF4-FFF2-40B4-BE49-F238E27FC236}">
                <a16:creationId xmlns:a16="http://schemas.microsoft.com/office/drawing/2014/main" id="{33293A54-73D3-537E-2F55-77DFD159CA11}"/>
              </a:ext>
            </a:extLst>
          </p:cNvPr>
          <p:cNvPicPr>
            <a:picLocks noChangeAspect="1"/>
          </p:cNvPicPr>
          <p:nvPr userDrawn="1"/>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39347" b="39881"/>
          <a:stretch>
            <a:fillRect/>
          </a:stretch>
        </p:blipFill>
        <p:spPr>
          <a:xfrm>
            <a:off x="9134856" y="6196874"/>
            <a:ext cx="3057144" cy="635040"/>
          </a:xfrm>
          <a:prstGeom prst="rect">
            <a:avLst/>
          </a:prstGeom>
          <a:ln>
            <a:noFill/>
          </a:ln>
          <a:effectLst/>
        </p:spPr>
      </p:pic>
    </p:spTree>
    <p:extLst>
      <p:ext uri="{BB962C8B-B14F-4D97-AF65-F5344CB8AC3E}">
        <p14:creationId xmlns:p14="http://schemas.microsoft.com/office/powerpoint/2010/main" val="3882927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313C4F-A02D-8487-45FE-957A23F0DB8E}"/>
              </a:ext>
            </a:extLst>
          </p:cNvPr>
          <p:cNvSpPr>
            <a:spLocks noGrp="1"/>
          </p:cNvSpPr>
          <p:nvPr>
            <p:ph type="title"/>
          </p:nvPr>
        </p:nvSpPr>
        <p:spPr>
          <a:xfrm>
            <a:off x="1114297" y="192516"/>
            <a:ext cx="10515600" cy="885115"/>
          </a:xfrm>
        </p:spPr>
        <p:txBody>
          <a:body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BCD7E764-4DF6-F388-08C6-76CE3E6DE2D1}"/>
              </a:ext>
            </a:extLst>
          </p:cNvPr>
          <p:cNvSpPr>
            <a:spLocks noGrp="1"/>
          </p:cNvSpPr>
          <p:nvPr>
            <p:ph idx="1"/>
          </p:nvPr>
        </p:nvSpPr>
        <p:spPr>
          <a:xfrm>
            <a:off x="838200" y="1316538"/>
            <a:ext cx="10515600" cy="4860425"/>
          </a:xfrm>
        </p:spPr>
        <p:txBody>
          <a:bodyPr/>
          <a:lstStyle>
            <a:lvl1pPr>
              <a:buNone/>
              <a:defRPr/>
            </a:lvl1pPr>
          </a:lstStyle>
          <a:p>
            <a:pPr lvl="0"/>
            <a:endParaRPr kumimoji="1" lang="ja-JP" altLang="en-US" dirty="0"/>
          </a:p>
        </p:txBody>
      </p:sp>
      <p:sp>
        <p:nvSpPr>
          <p:cNvPr id="4" name="日付プレースホルダー 3">
            <a:extLst>
              <a:ext uri="{FF2B5EF4-FFF2-40B4-BE49-F238E27FC236}">
                <a16:creationId xmlns:a16="http://schemas.microsoft.com/office/drawing/2014/main" id="{2B43D254-3D26-B0B7-05A9-0CD07BDCA5D3}"/>
              </a:ext>
            </a:extLst>
          </p:cNvPr>
          <p:cNvSpPr>
            <a:spLocks noGrp="1"/>
          </p:cNvSpPr>
          <p:nvPr>
            <p:ph type="dt" sz="half" idx="10"/>
          </p:nvPr>
        </p:nvSpPr>
        <p:spPr>
          <a:xfrm>
            <a:off x="-1" y="6259216"/>
            <a:ext cx="2743200" cy="365125"/>
          </a:xfrm>
        </p:spPr>
        <p:txBody>
          <a:bodyPr/>
          <a:lstStyle/>
          <a:p>
            <a:fld id="{4264D060-8133-4A46-91C4-B3F3520A110D}"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D41E50FB-9FC6-432E-88D6-31B00177C487}"/>
              </a:ext>
            </a:extLst>
          </p:cNvPr>
          <p:cNvSpPr>
            <a:spLocks noGrp="1"/>
          </p:cNvSpPr>
          <p:nvPr>
            <p:ph type="ftr" sz="quarter" idx="11"/>
          </p:nvPr>
        </p:nvSpPr>
        <p:spPr>
          <a:xfrm>
            <a:off x="4038600" y="6265566"/>
            <a:ext cx="4114800" cy="365125"/>
          </a:xfrm>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628EE75C-07CE-3D57-97C3-61D15FEF0250}"/>
              </a:ext>
            </a:extLst>
          </p:cNvPr>
          <p:cNvSpPr>
            <a:spLocks noGrp="1"/>
          </p:cNvSpPr>
          <p:nvPr>
            <p:ph type="sldNum" sz="quarter" idx="12"/>
          </p:nvPr>
        </p:nvSpPr>
        <p:spPr>
          <a:xfrm>
            <a:off x="9448800" y="6263449"/>
            <a:ext cx="2743200" cy="365125"/>
          </a:xfrm>
        </p:spPr>
        <p:txBody>
          <a:bodyPr/>
          <a:lstStyle/>
          <a:p>
            <a:fld id="{56C735D2-2AD9-4AB2-91C9-DAA375501A92}" type="slidenum">
              <a:rPr kumimoji="1" lang="ja-JP" altLang="en-US" smtClean="0"/>
              <a:t>‹#›</a:t>
            </a:fld>
            <a:endParaRPr kumimoji="1" lang="ja-JP" altLang="en-US"/>
          </a:p>
        </p:txBody>
      </p:sp>
      <p:pic>
        <p:nvPicPr>
          <p:cNvPr id="7" name="図 6" descr="テキスト&#10;&#10;AI 生成コンテンツは誤りを含む可能性があります。">
            <a:extLst>
              <a:ext uri="{FF2B5EF4-FFF2-40B4-BE49-F238E27FC236}">
                <a16:creationId xmlns:a16="http://schemas.microsoft.com/office/drawing/2014/main" id="{761305D1-7424-F6CB-1CD2-6D480F6FB914}"/>
              </a:ext>
            </a:extLst>
          </p:cNvPr>
          <p:cNvPicPr>
            <a:picLocks noChangeAspect="1"/>
          </p:cNvPicPr>
          <p:nvPr userDrawn="1"/>
        </p:nvPicPr>
        <p:blipFill>
          <a:blip r:embed="rId2">
            <a:extLst>
              <a:ext uri="{28A0092B-C50C-407E-A947-70E740481C1C}">
                <a14:useLocalDpi xmlns:a14="http://schemas.microsoft.com/office/drawing/2010/main" val="0"/>
              </a:ext>
            </a:extLst>
          </a:blip>
          <a:srcRect t="39347" b="39881"/>
          <a:stretch>
            <a:fillRect/>
          </a:stretch>
        </p:blipFill>
        <p:spPr>
          <a:xfrm>
            <a:off x="9615424" y="6370215"/>
            <a:ext cx="2195576" cy="456072"/>
          </a:xfrm>
          <a:prstGeom prst="rect">
            <a:avLst/>
          </a:prstGeom>
        </p:spPr>
      </p:pic>
      <p:grpSp>
        <p:nvGrpSpPr>
          <p:cNvPr id="13" name="グループ化 12">
            <a:extLst>
              <a:ext uri="{FF2B5EF4-FFF2-40B4-BE49-F238E27FC236}">
                <a16:creationId xmlns:a16="http://schemas.microsoft.com/office/drawing/2014/main" id="{E03DE539-91EE-7D0C-0350-947895DF8FD2}"/>
              </a:ext>
            </a:extLst>
          </p:cNvPr>
          <p:cNvGrpSpPr/>
          <p:nvPr userDrawn="1"/>
        </p:nvGrpSpPr>
        <p:grpSpPr>
          <a:xfrm>
            <a:off x="287545" y="171398"/>
            <a:ext cx="11904455" cy="862995"/>
            <a:chOff x="287545" y="37322"/>
            <a:chExt cx="11904455" cy="862995"/>
          </a:xfrm>
        </p:grpSpPr>
        <p:sp>
          <p:nvSpPr>
            <p:cNvPr id="11" name="矢印: 山形 10">
              <a:extLst>
                <a:ext uri="{FF2B5EF4-FFF2-40B4-BE49-F238E27FC236}">
                  <a16:creationId xmlns:a16="http://schemas.microsoft.com/office/drawing/2014/main" id="{94E647D0-4C16-DB34-B099-38EE5B03BBE9}"/>
                </a:ext>
              </a:extLst>
            </p:cNvPr>
            <p:cNvSpPr/>
            <p:nvPr userDrawn="1"/>
          </p:nvSpPr>
          <p:spPr>
            <a:xfrm>
              <a:off x="335550" y="37322"/>
              <a:ext cx="437389"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矢印: 山形 11">
              <a:extLst>
                <a:ext uri="{FF2B5EF4-FFF2-40B4-BE49-F238E27FC236}">
                  <a16:creationId xmlns:a16="http://schemas.microsoft.com/office/drawing/2014/main" id="{419BCB27-4240-F057-249E-D9A650B2CED6}"/>
                </a:ext>
              </a:extLst>
            </p:cNvPr>
            <p:cNvSpPr/>
            <p:nvPr userDrawn="1"/>
          </p:nvSpPr>
          <p:spPr>
            <a:xfrm>
              <a:off x="619505" y="37322"/>
              <a:ext cx="437390"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正方形/長方形 9">
              <a:extLst>
                <a:ext uri="{FF2B5EF4-FFF2-40B4-BE49-F238E27FC236}">
                  <a16:creationId xmlns:a16="http://schemas.microsoft.com/office/drawing/2014/main" id="{16888E1B-68AC-75C5-9A27-1195EF40D7FD}"/>
                </a:ext>
              </a:extLst>
            </p:cNvPr>
            <p:cNvSpPr/>
            <p:nvPr userDrawn="1"/>
          </p:nvSpPr>
          <p:spPr>
            <a:xfrm>
              <a:off x="287545" y="815897"/>
              <a:ext cx="11904455" cy="84420"/>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43992 w 10653522"/>
                <a:gd name="csY0" fmla="*/ 0 h 86149"/>
                <a:gd name="csX1" fmla="*/ 10653522 w 10653522"/>
                <a:gd name="csY1" fmla="*/ 1 h 86149"/>
                <a:gd name="csX2" fmla="*/ 10653522 w 10653522"/>
                <a:gd name="csY2" fmla="*/ 86149 h 86149"/>
                <a:gd name="csX3" fmla="*/ 0 w 10653522"/>
                <a:gd name="csY3" fmla="*/ 86149 h 86149"/>
                <a:gd name="csX4" fmla="*/ 43992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43992" y="0"/>
                  </a:moveTo>
                  <a:lnTo>
                    <a:pt x="10653522" y="1"/>
                  </a:lnTo>
                  <a:lnTo>
                    <a:pt x="10653522" y="86149"/>
                  </a:lnTo>
                  <a:lnTo>
                    <a:pt x="0" y="86149"/>
                  </a:lnTo>
                  <a:lnTo>
                    <a:pt x="43992"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cxnSp>
        <p:nvCxnSpPr>
          <p:cNvPr id="10" name="直線コネクタ 9">
            <a:extLst>
              <a:ext uri="{FF2B5EF4-FFF2-40B4-BE49-F238E27FC236}">
                <a16:creationId xmlns:a16="http://schemas.microsoft.com/office/drawing/2014/main" id="{8E0F4DAE-867C-376F-F95A-52F61012B2EC}"/>
              </a:ext>
            </a:extLst>
          </p:cNvPr>
          <p:cNvCxnSpPr>
            <a:cxnSpLocks/>
          </p:cNvCxnSpPr>
          <p:nvPr userDrawn="1"/>
        </p:nvCxnSpPr>
        <p:spPr>
          <a:xfrm>
            <a:off x="-1" y="6629964"/>
            <a:ext cx="9615425" cy="0"/>
          </a:xfrm>
          <a:prstGeom prst="line">
            <a:avLst/>
          </a:prstGeom>
          <a:ln w="76200">
            <a:solidFill>
              <a:schemeClr val="tx2">
                <a:lumMod val="90000"/>
                <a:lumOff val="10000"/>
              </a:schemeClr>
            </a:solidFill>
          </a:ln>
          <a:effectLst>
            <a:outerShdw blurRad="50800" dist="38100" dir="5400000" algn="t" rotWithShape="0">
              <a:prstClr val="black">
                <a:alpha val="40000"/>
              </a:prstClr>
            </a:outerShdw>
          </a:effectLst>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8F89EE3A-EA68-FA56-2199-DF6A3A5577AF}"/>
              </a:ext>
            </a:extLst>
          </p:cNvPr>
          <p:cNvCxnSpPr>
            <a:cxnSpLocks/>
          </p:cNvCxnSpPr>
          <p:nvPr userDrawn="1"/>
        </p:nvCxnSpPr>
        <p:spPr>
          <a:xfrm>
            <a:off x="11811000" y="6629964"/>
            <a:ext cx="381000" cy="0"/>
          </a:xfrm>
          <a:prstGeom prst="line">
            <a:avLst/>
          </a:prstGeom>
          <a:ln w="76200">
            <a:solidFill>
              <a:schemeClr val="tx2">
                <a:lumMod val="90000"/>
                <a:lumOff val="10000"/>
              </a:schemeClr>
            </a:solidFill>
          </a:ln>
          <a:effectLst>
            <a:outerShdw blurRad="50800" dist="38100" dir="5400000" algn="t" rotWithShape="0">
              <a:prstClr val="black">
                <a:alpha val="40000"/>
              </a:prstClr>
            </a:outerShdw>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1873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1" name="スライド番号プレースホルダー 5">
            <a:extLst>
              <a:ext uri="{FF2B5EF4-FFF2-40B4-BE49-F238E27FC236}">
                <a16:creationId xmlns:a16="http://schemas.microsoft.com/office/drawing/2014/main" id="{FCD78E63-1B68-FDBC-0936-D9AF46D5C438}"/>
              </a:ext>
            </a:extLst>
          </p:cNvPr>
          <p:cNvSpPr>
            <a:spLocks noGrp="1"/>
          </p:cNvSpPr>
          <p:nvPr>
            <p:ph type="sldNum" sz="quarter" idx="12"/>
          </p:nvPr>
        </p:nvSpPr>
        <p:spPr>
          <a:xfrm>
            <a:off x="9448800" y="6263449"/>
            <a:ext cx="2743200" cy="365125"/>
          </a:xfrm>
        </p:spPr>
        <p:txBody>
          <a:bodyPr/>
          <a:lstStyle/>
          <a:p>
            <a:fld id="{56C735D2-2AD9-4AB2-91C9-DAA375501A92}" type="slidenum">
              <a:rPr kumimoji="1" lang="ja-JP" altLang="en-US" smtClean="0"/>
              <a:t>‹#›</a:t>
            </a:fld>
            <a:endParaRPr kumimoji="1" lang="ja-JP" altLang="en-US"/>
          </a:p>
        </p:txBody>
      </p:sp>
      <p:pic>
        <p:nvPicPr>
          <p:cNvPr id="26" name="図 25" descr="テキスト&#10;&#10;AI 生成コンテンツは誤りを含む可能性があります。">
            <a:extLst>
              <a:ext uri="{FF2B5EF4-FFF2-40B4-BE49-F238E27FC236}">
                <a16:creationId xmlns:a16="http://schemas.microsoft.com/office/drawing/2014/main" id="{AC9C868F-5E8B-DE67-A7DA-295158B34476}"/>
              </a:ext>
            </a:extLst>
          </p:cNvPr>
          <p:cNvPicPr>
            <a:picLocks noChangeAspect="1"/>
          </p:cNvPicPr>
          <p:nvPr userDrawn="1"/>
        </p:nvPicPr>
        <p:blipFill>
          <a:blip r:embed="rId2">
            <a:extLst>
              <a:ext uri="{28A0092B-C50C-407E-A947-70E740481C1C}">
                <a14:useLocalDpi xmlns:a14="http://schemas.microsoft.com/office/drawing/2010/main" val="0"/>
              </a:ext>
            </a:extLst>
          </a:blip>
          <a:srcRect t="39347" b="39881"/>
          <a:stretch>
            <a:fillRect/>
          </a:stretch>
        </p:blipFill>
        <p:spPr>
          <a:xfrm>
            <a:off x="10135016" y="46987"/>
            <a:ext cx="2056984" cy="427283"/>
          </a:xfrm>
          <a:prstGeom prst="rect">
            <a:avLst/>
          </a:prstGeom>
        </p:spPr>
      </p:pic>
      <p:sp>
        <p:nvSpPr>
          <p:cNvPr id="6" name="タイトル 1">
            <a:extLst>
              <a:ext uri="{FF2B5EF4-FFF2-40B4-BE49-F238E27FC236}">
                <a16:creationId xmlns:a16="http://schemas.microsoft.com/office/drawing/2014/main" id="{F36A0D20-69B9-59C0-0B35-BC7E32F96CE1}"/>
              </a:ext>
            </a:extLst>
          </p:cNvPr>
          <p:cNvSpPr>
            <a:spLocks noGrp="1"/>
          </p:cNvSpPr>
          <p:nvPr>
            <p:ph type="title"/>
          </p:nvPr>
        </p:nvSpPr>
        <p:spPr>
          <a:xfrm>
            <a:off x="1082691" y="31713"/>
            <a:ext cx="10515600" cy="885115"/>
          </a:xfrm>
        </p:spPr>
        <p:txBody>
          <a:bodyPr>
            <a:normAutofit/>
          </a:bodyPr>
          <a:lstStyle>
            <a:lvl1pPr>
              <a:defRPr sz="3200"/>
            </a:lvl1pPr>
          </a:lstStyle>
          <a:p>
            <a:r>
              <a:rPr kumimoji="1" lang="ja-JP" altLang="en-US" dirty="0"/>
              <a:t>マスター タイトルの書式設定</a:t>
            </a:r>
          </a:p>
        </p:txBody>
      </p:sp>
      <p:grpSp>
        <p:nvGrpSpPr>
          <p:cNvPr id="7" name="グループ化 6">
            <a:extLst>
              <a:ext uri="{FF2B5EF4-FFF2-40B4-BE49-F238E27FC236}">
                <a16:creationId xmlns:a16="http://schemas.microsoft.com/office/drawing/2014/main" id="{323CD47C-DAFD-572A-C4DB-6C512BE348E3}"/>
              </a:ext>
            </a:extLst>
          </p:cNvPr>
          <p:cNvGrpSpPr/>
          <p:nvPr userDrawn="1"/>
        </p:nvGrpSpPr>
        <p:grpSpPr>
          <a:xfrm>
            <a:off x="287545" y="31713"/>
            <a:ext cx="11904455" cy="862995"/>
            <a:chOff x="287545" y="37322"/>
            <a:chExt cx="11904455" cy="862995"/>
          </a:xfrm>
        </p:grpSpPr>
        <p:sp>
          <p:nvSpPr>
            <p:cNvPr id="8" name="矢印: 山形 7">
              <a:extLst>
                <a:ext uri="{FF2B5EF4-FFF2-40B4-BE49-F238E27FC236}">
                  <a16:creationId xmlns:a16="http://schemas.microsoft.com/office/drawing/2014/main" id="{4119DA1D-A174-FD08-3708-47BDB8137E5C}"/>
                </a:ext>
              </a:extLst>
            </p:cNvPr>
            <p:cNvSpPr/>
            <p:nvPr userDrawn="1"/>
          </p:nvSpPr>
          <p:spPr>
            <a:xfrm>
              <a:off x="335550" y="37322"/>
              <a:ext cx="437389"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矢印: 山形 8">
              <a:extLst>
                <a:ext uri="{FF2B5EF4-FFF2-40B4-BE49-F238E27FC236}">
                  <a16:creationId xmlns:a16="http://schemas.microsoft.com/office/drawing/2014/main" id="{3356F3D5-46C4-0ECD-1E33-F32AAF908549}"/>
                </a:ext>
              </a:extLst>
            </p:cNvPr>
            <p:cNvSpPr/>
            <p:nvPr userDrawn="1"/>
          </p:nvSpPr>
          <p:spPr>
            <a:xfrm>
              <a:off x="619505" y="37322"/>
              <a:ext cx="437390" cy="780742"/>
            </a:xfrm>
            <a:prstGeom prst="chevron">
              <a:avLst/>
            </a:prstGeom>
            <a:gradFill flip="none" rotWithShape="1">
              <a:gsLst>
                <a:gs pos="0">
                  <a:schemeClr val="tx2">
                    <a:lumMod val="50000"/>
                    <a:lumOff val="50000"/>
                    <a:shade val="30000"/>
                    <a:satMod val="115000"/>
                  </a:schemeClr>
                </a:gs>
                <a:gs pos="50000">
                  <a:schemeClr val="tx2">
                    <a:lumMod val="50000"/>
                    <a:lumOff val="50000"/>
                    <a:shade val="67500"/>
                    <a:satMod val="115000"/>
                  </a:schemeClr>
                </a:gs>
                <a:gs pos="100000">
                  <a:schemeClr val="tx2">
                    <a:lumMod val="50000"/>
                    <a:lumOff val="50000"/>
                    <a:shade val="100000"/>
                    <a:satMod val="115000"/>
                  </a:schemeClr>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正方形/長方形 9">
              <a:extLst>
                <a:ext uri="{FF2B5EF4-FFF2-40B4-BE49-F238E27FC236}">
                  <a16:creationId xmlns:a16="http://schemas.microsoft.com/office/drawing/2014/main" id="{3F63B315-B5B0-D69D-C08B-B3F8CA6BB09A}"/>
                </a:ext>
              </a:extLst>
            </p:cNvPr>
            <p:cNvSpPr/>
            <p:nvPr userDrawn="1"/>
          </p:nvSpPr>
          <p:spPr>
            <a:xfrm>
              <a:off x="287545" y="815897"/>
              <a:ext cx="11904455" cy="84420"/>
            </a:xfrm>
            <a:custGeom>
              <a:avLst/>
              <a:gdLst>
                <a:gd name="connsiteX0" fmla="*/ 0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0 w 10653522"/>
                <a:gd name="connsiteY4" fmla="*/ 0 h 86148"/>
                <a:gd name="connsiteX0" fmla="*/ 28575 w 10653522"/>
                <a:gd name="connsiteY0" fmla="*/ 0 h 86148"/>
                <a:gd name="connsiteX1" fmla="*/ 10653522 w 10653522"/>
                <a:gd name="connsiteY1" fmla="*/ 0 h 86148"/>
                <a:gd name="connsiteX2" fmla="*/ 10653522 w 10653522"/>
                <a:gd name="connsiteY2" fmla="*/ 86148 h 86148"/>
                <a:gd name="connsiteX3" fmla="*/ 0 w 10653522"/>
                <a:gd name="connsiteY3" fmla="*/ 86148 h 86148"/>
                <a:gd name="connsiteX4" fmla="*/ 28575 w 10653522"/>
                <a:gd name="connsiteY4" fmla="*/ 0 h 86148"/>
                <a:gd name="connsiteX0" fmla="*/ 44450 w 10653522"/>
                <a:gd name="connsiteY0" fmla="*/ 3175 h 86148"/>
                <a:gd name="connsiteX1" fmla="*/ 10653522 w 10653522"/>
                <a:gd name="connsiteY1" fmla="*/ 0 h 86148"/>
                <a:gd name="connsiteX2" fmla="*/ 10653522 w 10653522"/>
                <a:gd name="connsiteY2" fmla="*/ 86148 h 86148"/>
                <a:gd name="connsiteX3" fmla="*/ 0 w 10653522"/>
                <a:gd name="connsiteY3" fmla="*/ 86148 h 86148"/>
                <a:gd name="connsiteX4" fmla="*/ 44450 w 10653522"/>
                <a:gd name="connsiteY4" fmla="*/ 3175 h 86148"/>
                <a:gd name="connsiteX0" fmla="*/ 3810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8100 w 10653522"/>
                <a:gd name="connsiteY4" fmla="*/ 1587 h 86148"/>
                <a:gd name="connsiteX0" fmla="*/ 33337 w 10653522"/>
                <a:gd name="connsiteY0" fmla="*/ 0 h 87736"/>
                <a:gd name="connsiteX1" fmla="*/ 10653522 w 10653522"/>
                <a:gd name="connsiteY1" fmla="*/ 1588 h 87736"/>
                <a:gd name="connsiteX2" fmla="*/ 10653522 w 10653522"/>
                <a:gd name="connsiteY2" fmla="*/ 87736 h 87736"/>
                <a:gd name="connsiteX3" fmla="*/ 0 w 10653522"/>
                <a:gd name="connsiteY3" fmla="*/ 87736 h 87736"/>
                <a:gd name="connsiteX4" fmla="*/ 33337 w 10653522"/>
                <a:gd name="connsiteY4" fmla="*/ 0 h 87736"/>
                <a:gd name="connsiteX0" fmla="*/ 31750 w 10653522"/>
                <a:gd name="connsiteY0" fmla="*/ 1587 h 86148"/>
                <a:gd name="connsiteX1" fmla="*/ 10653522 w 10653522"/>
                <a:gd name="connsiteY1" fmla="*/ 0 h 86148"/>
                <a:gd name="connsiteX2" fmla="*/ 10653522 w 10653522"/>
                <a:gd name="connsiteY2" fmla="*/ 86148 h 86148"/>
                <a:gd name="connsiteX3" fmla="*/ 0 w 10653522"/>
                <a:gd name="connsiteY3" fmla="*/ 86148 h 86148"/>
                <a:gd name="connsiteX4" fmla="*/ 31750 w 10653522"/>
                <a:gd name="connsiteY4" fmla="*/ 1587 h 86148"/>
                <a:gd name="connsiteX0" fmla="*/ 36512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6512 w 10653522"/>
                <a:gd name="connsiteY4" fmla="*/ 0 h 86149"/>
                <a:gd name="connsiteX0" fmla="*/ 38100 w 10653522"/>
                <a:gd name="connsiteY0" fmla="*/ 0 h 86149"/>
                <a:gd name="connsiteX1" fmla="*/ 10653522 w 10653522"/>
                <a:gd name="connsiteY1" fmla="*/ 1 h 86149"/>
                <a:gd name="connsiteX2" fmla="*/ 10653522 w 10653522"/>
                <a:gd name="connsiteY2" fmla="*/ 86149 h 86149"/>
                <a:gd name="connsiteX3" fmla="*/ 0 w 10653522"/>
                <a:gd name="connsiteY3" fmla="*/ 86149 h 86149"/>
                <a:gd name="connsiteX4" fmla="*/ 38100 w 10653522"/>
                <a:gd name="connsiteY4" fmla="*/ 0 h 86149"/>
                <a:gd name="csX0" fmla="*/ 43886 w 10653522"/>
                <a:gd name="csY0" fmla="*/ 0 h 86149"/>
                <a:gd name="csX1" fmla="*/ 10653522 w 10653522"/>
                <a:gd name="csY1" fmla="*/ 1 h 86149"/>
                <a:gd name="csX2" fmla="*/ 10653522 w 10653522"/>
                <a:gd name="csY2" fmla="*/ 86149 h 86149"/>
                <a:gd name="csX3" fmla="*/ 0 w 10653522"/>
                <a:gd name="csY3" fmla="*/ 86149 h 86149"/>
                <a:gd name="csX4" fmla="*/ 43886 w 10653522"/>
                <a:gd name="csY4" fmla="*/ 0 h 86149"/>
                <a:gd name="csX0" fmla="*/ 49672 w 10653522"/>
                <a:gd name="csY0" fmla="*/ 0 h 86149"/>
                <a:gd name="csX1" fmla="*/ 10653522 w 10653522"/>
                <a:gd name="csY1" fmla="*/ 1 h 86149"/>
                <a:gd name="csX2" fmla="*/ 10653522 w 10653522"/>
                <a:gd name="csY2" fmla="*/ 86149 h 86149"/>
                <a:gd name="csX3" fmla="*/ 0 w 10653522"/>
                <a:gd name="csY3" fmla="*/ 86149 h 86149"/>
                <a:gd name="csX4" fmla="*/ 49672 w 10653522"/>
                <a:gd name="csY4" fmla="*/ 0 h 86149"/>
                <a:gd name="csX0" fmla="*/ 43992 w 10653522"/>
                <a:gd name="csY0" fmla="*/ 0 h 86149"/>
                <a:gd name="csX1" fmla="*/ 10653522 w 10653522"/>
                <a:gd name="csY1" fmla="*/ 1 h 86149"/>
                <a:gd name="csX2" fmla="*/ 10653522 w 10653522"/>
                <a:gd name="csY2" fmla="*/ 86149 h 86149"/>
                <a:gd name="csX3" fmla="*/ 0 w 10653522"/>
                <a:gd name="csY3" fmla="*/ 86149 h 86149"/>
                <a:gd name="csX4" fmla="*/ 43992 w 10653522"/>
                <a:gd name="csY4" fmla="*/ 0 h 86149"/>
              </a:gdLst>
              <a:ahLst/>
              <a:cxnLst>
                <a:cxn ang="0">
                  <a:pos x="csX0" y="csY0"/>
                </a:cxn>
                <a:cxn ang="0">
                  <a:pos x="csX1" y="csY1"/>
                </a:cxn>
                <a:cxn ang="0">
                  <a:pos x="csX2" y="csY2"/>
                </a:cxn>
                <a:cxn ang="0">
                  <a:pos x="csX3" y="csY3"/>
                </a:cxn>
                <a:cxn ang="0">
                  <a:pos x="csX4" y="csY4"/>
                </a:cxn>
              </a:cxnLst>
              <a:rect l="l" t="t" r="r" b="b"/>
              <a:pathLst>
                <a:path w="10653522" h="86149">
                  <a:moveTo>
                    <a:pt x="43992" y="0"/>
                  </a:moveTo>
                  <a:lnTo>
                    <a:pt x="10653522" y="1"/>
                  </a:lnTo>
                  <a:lnTo>
                    <a:pt x="10653522" y="86149"/>
                  </a:lnTo>
                  <a:lnTo>
                    <a:pt x="0" y="86149"/>
                  </a:lnTo>
                  <a:lnTo>
                    <a:pt x="43992" y="0"/>
                  </a:lnTo>
                  <a:close/>
                </a:path>
              </a:pathLst>
            </a:custGeom>
            <a:solidFill>
              <a:srgbClr val="4E95D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 name="テキスト ボックス 1">
            <a:extLst>
              <a:ext uri="{FF2B5EF4-FFF2-40B4-BE49-F238E27FC236}">
                <a16:creationId xmlns:a16="http://schemas.microsoft.com/office/drawing/2014/main" id="{4AA6DA0E-9F71-822B-02A2-F4099BB438B2}"/>
              </a:ext>
            </a:extLst>
          </p:cNvPr>
          <p:cNvSpPr txBox="1"/>
          <p:nvPr userDrawn="1"/>
        </p:nvSpPr>
        <p:spPr>
          <a:xfrm>
            <a:off x="8439036" y="471734"/>
            <a:ext cx="3778760" cy="338554"/>
          </a:xfrm>
          <a:prstGeom prst="rect">
            <a:avLst/>
          </a:prstGeom>
          <a:noFill/>
        </p:spPr>
        <p:txBody>
          <a:bodyPr wrap="square" rtlCol="0">
            <a:spAutoFit/>
          </a:bodyPr>
          <a:lstStyle/>
          <a:p>
            <a:r>
              <a:rPr kumimoji="1" lang="en-US" altLang="ja-JP" sz="1600" b="1" dirty="0"/>
              <a:t>Tokyo Metropolitan University #C24</a:t>
            </a:r>
            <a:endParaRPr kumimoji="1" lang="ja-JP" altLang="en-US" sz="1600" b="1" dirty="0"/>
          </a:p>
        </p:txBody>
      </p:sp>
      <p:sp>
        <p:nvSpPr>
          <p:cNvPr id="11" name="コンテンツ プレースホルダー 2">
            <a:extLst>
              <a:ext uri="{FF2B5EF4-FFF2-40B4-BE49-F238E27FC236}">
                <a16:creationId xmlns:a16="http://schemas.microsoft.com/office/drawing/2014/main" id="{A75CBFF0-3630-BB59-A95C-B16FE2503BF9}"/>
              </a:ext>
            </a:extLst>
          </p:cNvPr>
          <p:cNvSpPr>
            <a:spLocks noGrp="1"/>
          </p:cNvSpPr>
          <p:nvPr>
            <p:ph idx="1"/>
          </p:nvPr>
        </p:nvSpPr>
        <p:spPr>
          <a:xfrm>
            <a:off x="335550" y="1100942"/>
            <a:ext cx="11460210" cy="5443213"/>
          </a:xfrm>
        </p:spPr>
        <p:txBody>
          <a:bodyPr>
            <a:normAutofit/>
          </a:bodyPr>
          <a:lstStyle>
            <a:lvl1pPr>
              <a:buNone/>
              <a:defRPr sz="1600"/>
            </a:lvl1pPr>
          </a:lstStyle>
          <a:p>
            <a:pPr lvl="0"/>
            <a:endParaRPr kumimoji="1" lang="ja-JP" altLang="en-US" dirty="0"/>
          </a:p>
        </p:txBody>
      </p:sp>
    </p:spTree>
    <p:extLst>
      <p:ext uri="{BB962C8B-B14F-4D97-AF65-F5344CB8AC3E}">
        <p14:creationId xmlns:p14="http://schemas.microsoft.com/office/powerpoint/2010/main" val="119628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BAA1F2-66DB-1FF2-F861-BF2D8752A11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0E0AC22-DBF8-3EE2-AE24-5507437353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D5766D7-614B-94DA-0C28-863D5B2652F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F7CC300-9DA2-F998-3548-F1C01403DE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3E10214-DE77-F170-AA5F-B8A2B19BD7A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C0C0F2D-8F3C-73A3-E660-FA3756B72B0C}"/>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8" name="フッター プレースホルダー 7">
            <a:extLst>
              <a:ext uri="{FF2B5EF4-FFF2-40B4-BE49-F238E27FC236}">
                <a16:creationId xmlns:a16="http://schemas.microsoft.com/office/drawing/2014/main" id="{624E0F2D-546A-EC3D-FB2C-F8C9F0A39D1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E55E62E-4625-59E2-8BB9-366B6AFDEE54}"/>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2414867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BE30A7-828F-CC2D-60BF-173188D6CB3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09298BC-17C9-10D6-6AB4-37A89C8936FF}"/>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4" name="フッター プレースホルダー 3">
            <a:extLst>
              <a:ext uri="{FF2B5EF4-FFF2-40B4-BE49-F238E27FC236}">
                <a16:creationId xmlns:a16="http://schemas.microsoft.com/office/drawing/2014/main" id="{8BFBCF83-0338-2574-6486-5678E52B8AF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B912BE4-C232-4B3D-E9C8-0FCE6182D0A5}"/>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577440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4A48B63-2001-691D-9DED-C0F118BBDA7D}"/>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3" name="フッター プレースホルダー 2">
            <a:extLst>
              <a:ext uri="{FF2B5EF4-FFF2-40B4-BE49-F238E27FC236}">
                <a16:creationId xmlns:a16="http://schemas.microsoft.com/office/drawing/2014/main" id="{F959EAA5-F957-AED1-B63F-6FA3B4D6C38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B0C72B-E445-1A07-DB98-9C5A6DF121FD}"/>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932086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4A563B-3EA7-DC33-850D-C5A82F3BC15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DE138D-7CA6-E350-621A-62A2B0141F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C6C41CD-A85A-5C7A-A64C-7637D482B2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0175004-67F4-C977-B2C2-2C395E623CC3}"/>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6" name="フッター プレースホルダー 5">
            <a:extLst>
              <a:ext uri="{FF2B5EF4-FFF2-40B4-BE49-F238E27FC236}">
                <a16:creationId xmlns:a16="http://schemas.microsoft.com/office/drawing/2014/main" id="{2E52B3CA-9A2E-8A04-E901-583156C36C2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25AFDA-329C-7F85-4AAF-F2262E15FE9A}"/>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199099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4FD402-1447-B49A-2361-F5804EC4319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D1B6CDF-100D-52E5-9552-4B068564EF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E65BF2C-E8F5-DD01-AF7A-75CC192CF6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1E9A260-9E4E-8830-3AEF-96386D2DF278}"/>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6" name="フッター プレースホルダー 5">
            <a:extLst>
              <a:ext uri="{FF2B5EF4-FFF2-40B4-BE49-F238E27FC236}">
                <a16:creationId xmlns:a16="http://schemas.microsoft.com/office/drawing/2014/main" id="{554E7B1A-24CA-43A1-1548-0EB9B17C658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BCD3C03-0814-E87A-5CA5-A0498E80E4C0}"/>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1381021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936D40-7B23-7204-11DD-C7C45186319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9FA96F4-90A0-3BE9-8FC4-C26510FA55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277CE6-5DD1-EDF8-2142-892657955149}"/>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767A1F84-2310-F6EA-726F-37FE0FFA3E4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C2C90B5-5077-CFD0-2F81-D94ACD9FFA38}"/>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018384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2E02BF8-743A-84DF-DB82-78EAEDB0022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E3FA70F-353A-F505-9BF2-58667DA2B9B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EE828E2-29D0-BE64-3610-9367B87EFB13}"/>
              </a:ext>
            </a:extLst>
          </p:cNvPr>
          <p:cNvSpPr>
            <a:spLocks noGrp="1"/>
          </p:cNvSpPr>
          <p:nvPr>
            <p:ph type="dt" sz="half" idx="10"/>
          </p:nvPr>
        </p:nvSpPr>
        <p:spPr/>
        <p:txBody>
          <a:bodyPr/>
          <a:lstStyle/>
          <a:p>
            <a:fld id="{4264D060-8133-4A46-91C4-B3F3520A110D}"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5DDF7D51-359B-2456-30C2-AE60E074AC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99D7B2A-301E-BE3E-82EE-3DC38D07C983}"/>
              </a:ext>
            </a:extLst>
          </p:cNvPr>
          <p:cNvSpPr>
            <a:spLocks noGrp="1"/>
          </p:cNvSpPr>
          <p:nvPr>
            <p:ph type="sldNum" sz="quarter" idx="12"/>
          </p:nvPr>
        </p:nvSpPr>
        <p:spPr/>
        <p:txBody>
          <a:body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143799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D1959FD-EAC9-0BB4-FDB6-CB9ECEE91648}"/>
              </a:ext>
            </a:extLst>
          </p:cNvPr>
          <p:cNvSpPr>
            <a:spLocks noGrp="1"/>
          </p:cNvSpPr>
          <p:nvPr>
            <p:ph type="title"/>
          </p:nvPr>
        </p:nvSpPr>
        <p:spPr>
          <a:xfrm>
            <a:off x="1676400" y="282702"/>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2D3CF71-2D9C-0894-1AAB-9605E9A067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7C61BC02-3CCB-40CE-5381-C193707CA6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64D060-8133-4A46-91C4-B3F3520A110D}" type="datetimeFigureOut">
              <a:rPr kumimoji="1" lang="ja-JP" altLang="en-US" smtClean="0"/>
              <a:t>2026/5/7</a:t>
            </a:fld>
            <a:endParaRPr kumimoji="1" lang="ja-JP" altLang="en-US"/>
          </a:p>
        </p:txBody>
      </p:sp>
      <p:sp>
        <p:nvSpPr>
          <p:cNvPr id="5" name="フッター プレースホルダー 4">
            <a:extLst>
              <a:ext uri="{FF2B5EF4-FFF2-40B4-BE49-F238E27FC236}">
                <a16:creationId xmlns:a16="http://schemas.microsoft.com/office/drawing/2014/main" id="{E79A3DA8-3428-49E0-FC82-6A827A50AD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dirty="0"/>
          </a:p>
        </p:txBody>
      </p:sp>
      <p:sp>
        <p:nvSpPr>
          <p:cNvPr id="6" name="スライド番号プレースホルダー 5">
            <a:extLst>
              <a:ext uri="{FF2B5EF4-FFF2-40B4-BE49-F238E27FC236}">
                <a16:creationId xmlns:a16="http://schemas.microsoft.com/office/drawing/2014/main" id="{EAC962D1-C988-251E-289C-11C47036A7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C735D2-2AD9-4AB2-91C9-DAA375501A92}" type="slidenum">
              <a:rPr kumimoji="1" lang="ja-JP" altLang="en-US" smtClean="0"/>
              <a:t>‹#›</a:t>
            </a:fld>
            <a:endParaRPr kumimoji="1" lang="ja-JP" altLang="en-US"/>
          </a:p>
        </p:txBody>
      </p:sp>
    </p:spTree>
    <p:extLst>
      <p:ext uri="{BB962C8B-B14F-4D97-AF65-F5344CB8AC3E}">
        <p14:creationId xmlns:p14="http://schemas.microsoft.com/office/powerpoint/2010/main" val="4244328563"/>
      </p:ext>
    </p:extLst>
  </p:cSld>
  <p:clrMap bg1="lt1" tx1="dk1" bg2="lt2" tx2="dk2" accent1="accent1" accent2="accent2" accent3="accent3" accent4="accent4" accent5="accent5" accent6="accent6" hlink="hlink" folHlink="folHlink"/>
  <p:sldLayoutIdLst>
    <p:sldLayoutId id="2147483721" r:id="rId1"/>
    <p:sldLayoutId id="2147483723" r:id="rId2"/>
    <p:sldLayoutId id="2147483722"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kumimoji="1" sz="4400" b="0" u="none"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4771-DA2B-C7F4-61B8-85A39EEB70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6AB4F6-9DEB-A061-DC0C-6E5A1CBCF9E1}"/>
              </a:ext>
            </a:extLst>
          </p:cNvPr>
          <p:cNvSpPr>
            <a:spLocks noGrp="1"/>
          </p:cNvSpPr>
          <p:nvPr>
            <p:ph type="title"/>
          </p:nvPr>
        </p:nvSpPr>
        <p:spPr/>
        <p:txBody>
          <a:bodyPr/>
          <a:lstStyle/>
          <a:p>
            <a:r>
              <a:rPr lang="en-US" altLang="en-US" dirty="0"/>
              <a:t>Aerodynamics</a:t>
            </a:r>
            <a:endParaRPr kumimoji="1" lang="ja-JP" altLang="en-US" dirty="0"/>
          </a:p>
        </p:txBody>
      </p:sp>
      <p:sp>
        <p:nvSpPr>
          <p:cNvPr id="7" name="テキスト ボックス 6">
            <a:extLst>
              <a:ext uri="{FF2B5EF4-FFF2-40B4-BE49-F238E27FC236}">
                <a16:creationId xmlns:a16="http://schemas.microsoft.com/office/drawing/2014/main" id="{16D445E6-D8B2-CEFE-6CAB-A83CCF47C13E}"/>
              </a:ext>
            </a:extLst>
          </p:cNvPr>
          <p:cNvSpPr txBox="1"/>
          <p:nvPr/>
        </p:nvSpPr>
        <p:spPr>
          <a:xfrm>
            <a:off x="138228" y="976742"/>
            <a:ext cx="4279393" cy="461665"/>
          </a:xfrm>
          <a:prstGeom prst="rect">
            <a:avLst/>
          </a:prstGeom>
          <a:noFill/>
        </p:spPr>
        <p:txBody>
          <a:bodyPr wrap="square" rtlCol="0">
            <a:spAutoFit/>
          </a:bodyPr>
          <a:lstStyle/>
          <a:p>
            <a:r>
              <a:rPr kumimoji="1" lang="ja-JP" altLang="en-US" sz="2400" b="1"/>
              <a:t>エアロデバイス概要</a:t>
            </a:r>
            <a:endParaRPr kumimoji="1" lang="ja-JP" altLang="en-US" sz="2400" b="1" dirty="0"/>
          </a:p>
        </p:txBody>
      </p:sp>
      <p:sp>
        <p:nvSpPr>
          <p:cNvPr id="9" name="テキスト ボックス 8">
            <a:extLst>
              <a:ext uri="{FF2B5EF4-FFF2-40B4-BE49-F238E27FC236}">
                <a16:creationId xmlns:a16="http://schemas.microsoft.com/office/drawing/2014/main" id="{155773DE-7AE0-3FAE-1DD1-5B8C5E064532}"/>
              </a:ext>
            </a:extLst>
          </p:cNvPr>
          <p:cNvSpPr txBox="1"/>
          <p:nvPr/>
        </p:nvSpPr>
        <p:spPr>
          <a:xfrm>
            <a:off x="138227" y="1438407"/>
            <a:ext cx="11796473" cy="1323439"/>
          </a:xfrm>
          <a:prstGeom prst="rect">
            <a:avLst/>
          </a:prstGeom>
          <a:noFill/>
          <a:ln>
            <a:solidFill>
              <a:srgbClr val="4E95D9"/>
            </a:solidFill>
          </a:ln>
        </p:spPr>
        <p:txBody>
          <a:bodyPr wrap="square" rtlCol="0">
            <a:spAutoFit/>
          </a:bodyPr>
          <a:lstStyle/>
          <a:p>
            <a:r>
              <a:rPr lang="en-US" altLang="ja-JP" sz="1600" b="1" u="sng" dirty="0">
                <a:latin typeface="游ゴシック" panose="020B0400000000000000" pitchFamily="50" charset="-128"/>
                <a:ea typeface="游ゴシック" panose="020B0400000000000000" pitchFamily="50" charset="-128"/>
              </a:rPr>
              <a:t>0.1</a:t>
            </a:r>
            <a:r>
              <a:rPr lang="ja-JP" altLang="en-US" sz="1600" b="1" u="sng">
                <a:latin typeface="游ゴシック" panose="020B0400000000000000" pitchFamily="50" charset="-128"/>
                <a:ea typeface="游ゴシック" panose="020B0400000000000000" pitchFamily="50" charset="-128"/>
              </a:rPr>
              <a:t>車両コンセプトに対する車両エアロデバイスの搭載理由</a:t>
            </a:r>
            <a:br>
              <a:rPr kumimoji="1" lang="en-US" altLang="ja-JP" sz="1600" dirty="0"/>
            </a:br>
            <a:r>
              <a:rPr kumimoji="1" lang="ja-JP" altLang="en-US" sz="1600"/>
              <a:t>本年度は「鋭い」車両挙動を目指してエアロデバイスの初搭載を決定した。エアロデバイスの搭載理由は以下のとおり。</a:t>
            </a:r>
            <a:endParaRPr kumimoji="1" lang="en-US" altLang="ja-JP" sz="1600" dirty="0"/>
          </a:p>
          <a:p>
            <a:r>
              <a:rPr kumimoji="1" lang="ja-JP" altLang="en-US" sz="1600"/>
              <a:t>１．重さによるデメリットも存在するがダウンフォースによるタイヤ力増加の寄与の方が大きいとシミュレーションで判明した</a:t>
            </a:r>
            <a:br>
              <a:rPr lang="en-US" altLang="ja-JP" sz="1600" dirty="0"/>
            </a:br>
            <a:r>
              <a:rPr lang="ja-JP" altLang="en-US" sz="1600"/>
              <a:t>２．制作メンバが十分に集まり開発が可能であること</a:t>
            </a:r>
            <a:endParaRPr lang="en-US" altLang="ja-JP" sz="1600" dirty="0"/>
          </a:p>
          <a:p>
            <a:r>
              <a:rPr lang="ja-JP" altLang="en-US" sz="1600"/>
              <a:t>３．制作テストも去年度の間に行えており、制作準備も整っていたため</a:t>
            </a:r>
            <a:endParaRPr lang="en-US" altLang="ja-JP" dirty="0"/>
          </a:p>
        </p:txBody>
      </p:sp>
      <p:sp>
        <p:nvSpPr>
          <p:cNvPr id="5" name="四角形: 角を丸くする 4">
            <a:extLst>
              <a:ext uri="{FF2B5EF4-FFF2-40B4-BE49-F238E27FC236}">
                <a16:creationId xmlns:a16="http://schemas.microsoft.com/office/drawing/2014/main" id="{428FD632-EA39-7B8C-48E3-497E3AEFF664}"/>
              </a:ext>
            </a:extLst>
          </p:cNvPr>
          <p:cNvSpPr/>
          <p:nvPr/>
        </p:nvSpPr>
        <p:spPr>
          <a:xfrm>
            <a:off x="18154" y="3055329"/>
            <a:ext cx="6391882" cy="2143299"/>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09722B6-89CC-FA00-C4FC-226C4F8C296A}"/>
              </a:ext>
            </a:extLst>
          </p:cNvPr>
          <p:cNvSpPr txBox="1"/>
          <p:nvPr/>
        </p:nvSpPr>
        <p:spPr>
          <a:xfrm>
            <a:off x="198607" y="3105747"/>
            <a:ext cx="5936911" cy="2092881"/>
          </a:xfrm>
          <a:prstGeom prst="rect">
            <a:avLst/>
          </a:prstGeom>
          <a:noFill/>
        </p:spPr>
        <p:txBody>
          <a:bodyPr wrap="square" rtlCol="0">
            <a:spAutoFit/>
          </a:bodyPr>
          <a:lstStyle/>
          <a:p>
            <a:r>
              <a:rPr lang="en-US" altLang="ja-JP" b="1" u="sng" dirty="0"/>
              <a:t>0.2</a:t>
            </a:r>
            <a:r>
              <a:rPr lang="ja-JP" altLang="en-US" b="1" u="sng"/>
              <a:t>デバイス開発目標について</a:t>
            </a:r>
            <a:endParaRPr lang="en-US" altLang="ja-JP" b="1" u="sng" dirty="0"/>
          </a:p>
          <a:p>
            <a:r>
              <a:rPr kumimoji="1" lang="ja-JP" altLang="en-US" sz="1600"/>
              <a:t>本年度はエアロデバイスの初搭載なことも鑑み以下の目標を設定した</a:t>
            </a:r>
            <a:br>
              <a:rPr kumimoji="1" lang="en-US" altLang="ja-JP" sz="1600" dirty="0"/>
            </a:br>
            <a:r>
              <a:rPr kumimoji="1" lang="en-US" altLang="ja-JP" sz="1600" dirty="0"/>
              <a:t>1.</a:t>
            </a:r>
            <a:r>
              <a:rPr kumimoji="1" lang="ja-JP" altLang="en-US" sz="1600"/>
              <a:t>制作を容易に行える形状にすること</a:t>
            </a:r>
            <a:endParaRPr kumimoji="1" lang="en-US" altLang="ja-JP" sz="1600" dirty="0"/>
          </a:p>
          <a:p>
            <a:r>
              <a:rPr kumimoji="1" lang="en-US" altLang="ja-JP" sz="1600" dirty="0"/>
              <a:t>2.</a:t>
            </a:r>
            <a:r>
              <a:rPr kumimoji="1" lang="ja-JP" altLang="en-US" sz="1600"/>
              <a:t>ダウンフォースを十分に得られる形状にすること</a:t>
            </a:r>
            <a:endParaRPr kumimoji="1" lang="en-US" altLang="ja-JP" sz="1600" dirty="0"/>
          </a:p>
          <a:p>
            <a:r>
              <a:rPr lang="en-US" altLang="ja-JP" sz="1600" dirty="0"/>
              <a:t>3.</a:t>
            </a:r>
            <a:r>
              <a:rPr lang="ja-JP" altLang="en-US" sz="1600"/>
              <a:t>破損しない強度を作ること</a:t>
            </a:r>
            <a:endParaRPr lang="en-US" altLang="ja-JP" sz="1600" dirty="0"/>
          </a:p>
          <a:p>
            <a:r>
              <a:rPr lang="en-US" altLang="ja-JP" sz="1600" dirty="0"/>
              <a:t>4.</a:t>
            </a:r>
            <a:r>
              <a:rPr lang="ja-JP" altLang="en-US" sz="1600"/>
              <a:t>軽量化を行うこと（制作性の方を重視する）</a:t>
            </a:r>
            <a:br>
              <a:rPr lang="en-US" altLang="ja-JP" sz="1600" dirty="0"/>
            </a:br>
            <a:r>
              <a:rPr lang="ja-JP" altLang="en-US" sz="1600"/>
              <a:t>の四点を狙い設計を行った。</a:t>
            </a:r>
            <a:endParaRPr lang="en-US" altLang="ja-JP" sz="1600" dirty="0"/>
          </a:p>
        </p:txBody>
      </p:sp>
      <p:sp>
        <p:nvSpPr>
          <p:cNvPr id="3" name="四角形: 角を丸くする 4">
            <a:extLst>
              <a:ext uri="{FF2B5EF4-FFF2-40B4-BE49-F238E27FC236}">
                <a16:creationId xmlns:a16="http://schemas.microsoft.com/office/drawing/2014/main" id="{93040181-E2A7-0372-9D27-4D4D05D74C12}"/>
              </a:ext>
            </a:extLst>
          </p:cNvPr>
          <p:cNvSpPr/>
          <p:nvPr/>
        </p:nvSpPr>
        <p:spPr>
          <a:xfrm>
            <a:off x="28053" y="5250284"/>
            <a:ext cx="6391882" cy="1576004"/>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A4EA7266-A7C2-FBA1-2964-03E2B96D7CBF}"/>
              </a:ext>
            </a:extLst>
          </p:cNvPr>
          <p:cNvSpPr txBox="1"/>
          <p:nvPr/>
        </p:nvSpPr>
        <p:spPr>
          <a:xfrm>
            <a:off x="208506" y="5300701"/>
            <a:ext cx="5936911" cy="1600438"/>
          </a:xfrm>
          <a:prstGeom prst="rect">
            <a:avLst/>
          </a:prstGeom>
          <a:noFill/>
        </p:spPr>
        <p:txBody>
          <a:bodyPr wrap="square" rtlCol="0">
            <a:spAutoFit/>
          </a:bodyPr>
          <a:lstStyle/>
          <a:p>
            <a:r>
              <a:rPr lang="en-US" altLang="ja-JP" b="1" u="sng" dirty="0"/>
              <a:t>0.3</a:t>
            </a:r>
            <a:r>
              <a:rPr lang="ja-JP" altLang="en-US" b="1" u="sng"/>
              <a:t>開発のリスクヘッジについて</a:t>
            </a:r>
            <a:endParaRPr lang="en-US" altLang="ja-JP" b="1" u="sng" dirty="0"/>
          </a:p>
          <a:p>
            <a:r>
              <a:rPr kumimoji="1" lang="ja-JP" altLang="en-US" sz="1600"/>
              <a:t>本年度はエアロデバイスの初搭載であるため、車両全体の開発を圧迫する可能性があり、その場合大会で運用などが破綻する可能性がある。このリスクを回避するため</a:t>
            </a:r>
            <a:r>
              <a:rPr kumimoji="1" lang="en-US" altLang="ja-JP" sz="1600" u="sng" dirty="0"/>
              <a:t>SES</a:t>
            </a:r>
            <a:r>
              <a:rPr kumimoji="1" lang="ja-JP" altLang="en-US" sz="1600" u="sng"/>
              <a:t>が間に合わない、または致命的な問題が起こる場合は即座に開発を中止する</a:t>
            </a:r>
            <a:r>
              <a:rPr kumimoji="1" lang="ja-JP" altLang="en-US" sz="1600"/>
              <a:t>ことでチームの工数管理を行った。</a:t>
            </a:r>
            <a:endParaRPr lang="en-US" altLang="ja-JP" sz="1600" dirty="0"/>
          </a:p>
        </p:txBody>
      </p:sp>
      <p:sp>
        <p:nvSpPr>
          <p:cNvPr id="13" name="四角形: 角を丸くする 4">
            <a:extLst>
              <a:ext uri="{FF2B5EF4-FFF2-40B4-BE49-F238E27FC236}">
                <a16:creationId xmlns:a16="http://schemas.microsoft.com/office/drawing/2014/main" id="{0E25AC76-A627-C593-E986-F04C36649CFF}"/>
              </a:ext>
            </a:extLst>
          </p:cNvPr>
          <p:cNvSpPr/>
          <p:nvPr/>
        </p:nvSpPr>
        <p:spPr>
          <a:xfrm>
            <a:off x="6419935" y="3052658"/>
            <a:ext cx="5753911" cy="2197626"/>
          </a:xfrm>
          <a:prstGeom prst="roundRect">
            <a:avLst/>
          </a:prstGeom>
          <a:ln>
            <a:solidFill>
              <a:srgbClr val="4E95D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1FDE60A3-C02E-86A5-FC04-20E35CEAE10D}"/>
              </a:ext>
            </a:extLst>
          </p:cNvPr>
          <p:cNvSpPr txBox="1"/>
          <p:nvPr/>
        </p:nvSpPr>
        <p:spPr>
          <a:xfrm>
            <a:off x="6600389" y="3103075"/>
            <a:ext cx="5563558" cy="2092881"/>
          </a:xfrm>
          <a:prstGeom prst="rect">
            <a:avLst/>
          </a:prstGeom>
          <a:noFill/>
        </p:spPr>
        <p:txBody>
          <a:bodyPr wrap="square" rtlCol="0">
            <a:spAutoFit/>
          </a:bodyPr>
          <a:lstStyle/>
          <a:p>
            <a:r>
              <a:rPr lang="en-US" altLang="ja-JP" b="1" u="sng" dirty="0"/>
              <a:t>0.4</a:t>
            </a:r>
            <a:r>
              <a:rPr lang="ja-JP" altLang="en-US" b="1" u="sng"/>
              <a:t>エアロデバイスの性能目標について</a:t>
            </a:r>
          </a:p>
          <a:p>
            <a:r>
              <a:rPr lang="en-US" altLang="ja-JP" sz="1600" dirty="0" err="1"/>
              <a:t>ttc</a:t>
            </a:r>
            <a:r>
              <a:rPr lang="ja-JP" altLang="en-US" sz="1600"/>
              <a:t>タイヤデータの解析結果を見るとタイヤのダウンフォースが十分に得られない場合、スキッドパッド競技の速度域ではタイヤ力はほぼ線形として近似できる。</a:t>
            </a:r>
            <a:br>
              <a:rPr lang="en-US" altLang="ja-JP" sz="1600" dirty="0"/>
            </a:br>
            <a:r>
              <a:rPr lang="ja-JP" altLang="en-US" sz="1600"/>
              <a:t>このことを踏まえてダウンフォースの最大化を狙い設計を行う。また抗力はシミュレーションにより全体の揚抗比３以上であればダウンフォース寄与の方が大きくなることが把握できたため、設計制約として組み込み設計した</a:t>
            </a:r>
            <a:endParaRPr lang="en-US" altLang="ja-JP" sz="1600" dirty="0"/>
          </a:p>
        </p:txBody>
      </p:sp>
      <p:pic>
        <p:nvPicPr>
          <p:cNvPr id="6" name="図 5">
            <a:extLst>
              <a:ext uri="{FF2B5EF4-FFF2-40B4-BE49-F238E27FC236}">
                <a16:creationId xmlns:a16="http://schemas.microsoft.com/office/drawing/2014/main" id="{4DFEAFA2-23CC-F16A-FAF7-EC276664FD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1116" y="5242620"/>
            <a:ext cx="2417441" cy="1611627"/>
          </a:xfrm>
          <a:prstGeom prst="rect">
            <a:avLst/>
          </a:prstGeom>
        </p:spPr>
      </p:pic>
    </p:spTree>
    <p:extLst>
      <p:ext uri="{BB962C8B-B14F-4D97-AF65-F5344CB8AC3E}">
        <p14:creationId xmlns:p14="http://schemas.microsoft.com/office/powerpoint/2010/main" val="392529701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14461</TotalTime>
  <Words>335</Words>
  <Application>Microsoft Macintosh PowerPoint</Application>
  <PresentationFormat>ワイド画面</PresentationFormat>
  <Paragraphs>14</Paragraphs>
  <Slides>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vt:i4>
      </vt:variant>
    </vt:vector>
  </HeadingPairs>
  <TitlesOfParts>
    <vt:vector size="4" baseType="lpstr">
      <vt:lpstr>游ゴシック</vt:lpstr>
      <vt:lpstr>Arial</vt:lpstr>
      <vt:lpstr>Office テーマ</vt:lpstr>
      <vt:lpstr>Aerodynamics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2026年度方針</dc:title>
  <dc:creator>ayato niwa</dc:creator>
  <cp:lastModifiedBy>皆川　草太</cp:lastModifiedBy>
  <cp:revision>153</cp:revision>
  <dcterms:created xsi:type="dcterms:W3CDTF">2025-09-17T16:33:16Z</dcterms:created>
  <dcterms:modified xsi:type="dcterms:W3CDTF">2026-05-07T12:36:04Z</dcterms:modified>
</cp:coreProperties>
</file>